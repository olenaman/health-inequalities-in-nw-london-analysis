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79" r:id="rId3"/>
    <p:sldId id="257" r:id="rId4"/>
    <p:sldId id="258" r:id="rId5"/>
    <p:sldId id="266" r:id="rId6"/>
    <p:sldId id="259" r:id="rId7"/>
    <p:sldId id="275" r:id="rId8"/>
    <p:sldId id="276" r:id="rId9"/>
    <p:sldId id="267" r:id="rId10"/>
    <p:sldId id="274" r:id="rId11"/>
    <p:sldId id="260" r:id="rId12"/>
    <p:sldId id="268" r:id="rId13"/>
    <p:sldId id="261" r:id="rId14"/>
    <p:sldId id="270" r:id="rId15"/>
    <p:sldId id="272" r:id="rId16"/>
    <p:sldId id="262" r:id="rId17"/>
    <p:sldId id="269" r:id="rId18"/>
    <p:sldId id="263" r:id="rId19"/>
    <p:sldId id="271" r:id="rId20"/>
    <p:sldId id="273" r:id="rId21"/>
    <p:sldId id="264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77" r:id="rId30"/>
    <p:sldId id="278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26F6D0-53CD-4617-BF9E-1ED14DF2D851}" v="21" dt="2026-05-09T13:43:27.486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109" autoAdjust="0"/>
  </p:normalViewPr>
  <p:slideViewPr>
    <p:cSldViewPr snapToGrid="0" snapToObjects="1">
      <p:cViewPr varScale="1">
        <p:scale>
          <a:sx n="94" d="100"/>
          <a:sy n="94" d="100"/>
        </p:scale>
        <p:origin x="120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>
        <p:scale>
          <a:sx n="218" d="100"/>
          <a:sy n="218" d="100"/>
        </p:scale>
        <p:origin x="-120" y="-30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ena Manziuk" userId="df04b2ca-ee6f-40c0-a3e0-74bf451e7620" providerId="ADAL" clId="{4C92171E-7321-4CA6-B35E-B4137202CD69}"/>
    <pc:docChg chg="undo redo custSel addSld delSld modSld sldOrd">
      <pc:chgData name="Olena Manziuk" userId="df04b2ca-ee6f-40c0-a3e0-74bf451e7620" providerId="ADAL" clId="{4C92171E-7321-4CA6-B35E-B4137202CD69}" dt="2026-05-09T13:47:14.387" v="3104" actId="26606"/>
      <pc:docMkLst>
        <pc:docMk/>
      </pc:docMkLst>
      <pc:sldChg chg="addSp delSp modSp mod setBg addAnim">
        <pc:chgData name="Olena Manziuk" userId="df04b2ca-ee6f-40c0-a3e0-74bf451e7620" providerId="ADAL" clId="{4C92171E-7321-4CA6-B35E-B4137202CD69}" dt="2026-04-18T13:02:47.738" v="85"/>
        <pc:sldMkLst>
          <pc:docMk/>
          <pc:sldMk cId="0" sldId="256"/>
        </pc:sldMkLst>
        <pc:spChg chg="mod">
          <ac:chgData name="Olena Manziuk" userId="df04b2ca-ee6f-40c0-a3e0-74bf451e7620" providerId="ADAL" clId="{4C92171E-7321-4CA6-B35E-B4137202CD69}" dt="2026-04-18T13:02:38.245" v="82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Olena Manziuk" userId="df04b2ca-ee6f-40c0-a3e0-74bf451e7620" providerId="ADAL" clId="{4C92171E-7321-4CA6-B35E-B4137202CD69}" dt="2026-04-18T13:02:47.735" v="83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Olena Manziuk" userId="df04b2ca-ee6f-40c0-a3e0-74bf451e7620" providerId="ADAL" clId="{4C92171E-7321-4CA6-B35E-B4137202CD69}" dt="2026-04-18T13:02:47.735" v="83" actId="26606"/>
          <ac:spMkLst>
            <pc:docMk/>
            <pc:sldMk cId="0" sldId="256"/>
            <ac:spMk id="17" creationId="{6F5A5072-7B47-4D32-B52A-4EBBF590B8A5}"/>
          </ac:spMkLst>
        </pc:spChg>
        <pc:spChg chg="add">
          <ac:chgData name="Olena Manziuk" userId="df04b2ca-ee6f-40c0-a3e0-74bf451e7620" providerId="ADAL" clId="{4C92171E-7321-4CA6-B35E-B4137202CD69}" dt="2026-04-18T13:02:47.735" v="83" actId="26606"/>
          <ac:spMkLst>
            <pc:docMk/>
            <pc:sldMk cId="0" sldId="256"/>
            <ac:spMk id="19" creationId="{9715DAF0-AE1B-46C9-8A6B-DB2AA05AB91D}"/>
          </ac:spMkLst>
        </pc:spChg>
        <pc:spChg chg="add">
          <ac:chgData name="Olena Manziuk" userId="df04b2ca-ee6f-40c0-a3e0-74bf451e7620" providerId="ADAL" clId="{4C92171E-7321-4CA6-B35E-B4137202CD69}" dt="2026-04-18T13:02:47.735" v="83" actId="26606"/>
          <ac:spMkLst>
            <pc:docMk/>
            <pc:sldMk cId="0" sldId="256"/>
            <ac:spMk id="21" creationId="{6016219D-510E-4184-9090-6D5578A87BD1}"/>
          </ac:spMkLst>
        </pc:spChg>
        <pc:spChg chg="add">
          <ac:chgData name="Olena Manziuk" userId="df04b2ca-ee6f-40c0-a3e0-74bf451e7620" providerId="ADAL" clId="{4C92171E-7321-4CA6-B35E-B4137202CD69}" dt="2026-04-18T13:02:47.735" v="83" actId="26606"/>
          <ac:spMkLst>
            <pc:docMk/>
            <pc:sldMk cId="0" sldId="256"/>
            <ac:spMk id="23" creationId="{AFF4A713-7B75-4B21-90D7-5AB19547C728}"/>
          </ac:spMkLst>
        </pc:spChg>
        <pc:spChg chg="add">
          <ac:chgData name="Olena Manziuk" userId="df04b2ca-ee6f-40c0-a3e0-74bf451e7620" providerId="ADAL" clId="{4C92171E-7321-4CA6-B35E-B4137202CD69}" dt="2026-04-18T13:02:47.735" v="83" actId="26606"/>
          <ac:spMkLst>
            <pc:docMk/>
            <pc:sldMk cId="0" sldId="256"/>
            <ac:spMk id="25" creationId="{DC631C0B-6DA6-4E57-8231-CE32B3434A7E}"/>
          </ac:spMkLst>
        </pc:spChg>
        <pc:spChg chg="add">
          <ac:chgData name="Olena Manziuk" userId="df04b2ca-ee6f-40c0-a3e0-74bf451e7620" providerId="ADAL" clId="{4C92171E-7321-4CA6-B35E-B4137202CD69}" dt="2026-04-18T13:02:47.735" v="83" actId="26606"/>
          <ac:spMkLst>
            <pc:docMk/>
            <pc:sldMk cId="0" sldId="256"/>
            <ac:spMk id="27" creationId="{C29501E6-A978-4A61-9689-9085AF97A53A}"/>
          </ac:spMkLst>
        </pc:spChg>
      </pc:sldChg>
      <pc:sldChg chg="addSp delSp modSp mod setBg">
        <pc:chgData name="Olena Manziuk" userId="df04b2ca-ee6f-40c0-a3e0-74bf451e7620" providerId="ADAL" clId="{4C92171E-7321-4CA6-B35E-B4137202CD69}" dt="2026-04-18T13:47:18.636" v="605" actId="26606"/>
        <pc:sldMkLst>
          <pc:docMk/>
          <pc:sldMk cId="0" sldId="257"/>
        </pc:sldMkLst>
        <pc:spChg chg="mod">
          <ac:chgData name="Olena Manziuk" userId="df04b2ca-ee6f-40c0-a3e0-74bf451e7620" providerId="ADAL" clId="{4C92171E-7321-4CA6-B35E-B4137202CD69}" dt="2026-04-18T13:47:18.636" v="605" actId="26606"/>
          <ac:spMkLst>
            <pc:docMk/>
            <pc:sldMk cId="0" sldId="257"/>
            <ac:spMk id="2" creationId="{00000000-0000-0000-0000-000000000000}"/>
          </ac:spMkLst>
        </pc:spChg>
        <pc:spChg chg="add">
          <ac:chgData name="Olena Manziuk" userId="df04b2ca-ee6f-40c0-a3e0-74bf451e7620" providerId="ADAL" clId="{4C92171E-7321-4CA6-B35E-B4137202CD69}" dt="2026-04-18T13:47:18.636" v="605" actId="26606"/>
          <ac:spMkLst>
            <pc:docMk/>
            <pc:sldMk cId="0" sldId="257"/>
            <ac:spMk id="20" creationId="{BACC6370-2D7E-4714-9D71-7542949D7D5D}"/>
          </ac:spMkLst>
        </pc:spChg>
        <pc:spChg chg="add">
          <ac:chgData name="Olena Manziuk" userId="df04b2ca-ee6f-40c0-a3e0-74bf451e7620" providerId="ADAL" clId="{4C92171E-7321-4CA6-B35E-B4137202CD69}" dt="2026-04-18T13:47:18.636" v="605" actId="26606"/>
          <ac:spMkLst>
            <pc:docMk/>
            <pc:sldMk cId="0" sldId="257"/>
            <ac:spMk id="22" creationId="{F68B3F68-107C-434F-AA38-110D5EA91B85}"/>
          </ac:spMkLst>
        </pc:spChg>
        <pc:spChg chg="add">
          <ac:chgData name="Olena Manziuk" userId="df04b2ca-ee6f-40c0-a3e0-74bf451e7620" providerId="ADAL" clId="{4C92171E-7321-4CA6-B35E-B4137202CD69}" dt="2026-04-18T13:47:18.636" v="605" actId="26606"/>
          <ac:spMkLst>
            <pc:docMk/>
            <pc:sldMk cId="0" sldId="257"/>
            <ac:spMk id="24" creationId="{AAD0DBB9-1A4B-4391-81D4-CB19F9AB918A}"/>
          </ac:spMkLst>
        </pc:spChg>
        <pc:spChg chg="add">
          <ac:chgData name="Olena Manziuk" userId="df04b2ca-ee6f-40c0-a3e0-74bf451e7620" providerId="ADAL" clId="{4C92171E-7321-4CA6-B35E-B4137202CD69}" dt="2026-04-18T13:47:18.636" v="605" actId="26606"/>
          <ac:spMkLst>
            <pc:docMk/>
            <pc:sldMk cId="0" sldId="257"/>
            <ac:spMk id="26" creationId="{063BBA22-50EA-4C4D-BE05-F1CE4E63AA56}"/>
          </ac:spMkLst>
        </pc:spChg>
        <pc:graphicFrameChg chg="add mod modGraphic">
          <ac:chgData name="Olena Manziuk" userId="df04b2ca-ee6f-40c0-a3e0-74bf451e7620" providerId="ADAL" clId="{4C92171E-7321-4CA6-B35E-B4137202CD69}" dt="2026-04-18T13:47:18.636" v="605" actId="26606"/>
          <ac:graphicFrameMkLst>
            <pc:docMk/>
            <pc:sldMk cId="0" sldId="257"/>
            <ac:graphicFrameMk id="5" creationId="{F88A815B-DCE4-0FCE-E9B4-20FB91A1CDA5}"/>
          </ac:graphicFrameMkLst>
        </pc:graphicFrameChg>
      </pc:sldChg>
      <pc:sldChg chg="addSp delSp modSp mod setBg">
        <pc:chgData name="Olena Manziuk" userId="df04b2ca-ee6f-40c0-a3e0-74bf451e7620" providerId="ADAL" clId="{4C92171E-7321-4CA6-B35E-B4137202CD69}" dt="2026-04-18T13:07:13.051" v="95" actId="26606"/>
        <pc:sldMkLst>
          <pc:docMk/>
          <pc:sldMk cId="0" sldId="258"/>
        </pc:sldMkLst>
        <pc:spChg chg="mod">
          <ac:chgData name="Olena Manziuk" userId="df04b2ca-ee6f-40c0-a3e0-74bf451e7620" providerId="ADAL" clId="{4C92171E-7321-4CA6-B35E-B4137202CD69}" dt="2026-04-18T13:06:51.650" v="94" actId="26606"/>
          <ac:spMkLst>
            <pc:docMk/>
            <pc:sldMk cId="0" sldId="258"/>
            <ac:spMk id="2" creationId="{00000000-0000-0000-0000-000000000000}"/>
          </ac:spMkLst>
        </pc:spChg>
        <pc:spChg chg="add">
          <ac:chgData name="Olena Manziuk" userId="df04b2ca-ee6f-40c0-a3e0-74bf451e7620" providerId="ADAL" clId="{4C92171E-7321-4CA6-B35E-B4137202CD69}" dt="2026-04-18T13:07:13.051" v="95" actId="26606"/>
          <ac:spMkLst>
            <pc:docMk/>
            <pc:sldMk cId="0" sldId="258"/>
            <ac:spMk id="31" creationId="{BACC6370-2D7E-4714-9D71-7542949D7D5D}"/>
          </ac:spMkLst>
        </pc:spChg>
        <pc:spChg chg="add">
          <ac:chgData name="Olena Manziuk" userId="df04b2ca-ee6f-40c0-a3e0-74bf451e7620" providerId="ADAL" clId="{4C92171E-7321-4CA6-B35E-B4137202CD69}" dt="2026-04-18T13:07:13.051" v="95" actId="26606"/>
          <ac:spMkLst>
            <pc:docMk/>
            <pc:sldMk cId="0" sldId="258"/>
            <ac:spMk id="33" creationId="{F68B3F68-107C-434F-AA38-110D5EA91B85}"/>
          </ac:spMkLst>
        </pc:spChg>
        <pc:spChg chg="add">
          <ac:chgData name="Olena Manziuk" userId="df04b2ca-ee6f-40c0-a3e0-74bf451e7620" providerId="ADAL" clId="{4C92171E-7321-4CA6-B35E-B4137202CD69}" dt="2026-04-18T13:07:13.051" v="95" actId="26606"/>
          <ac:spMkLst>
            <pc:docMk/>
            <pc:sldMk cId="0" sldId="258"/>
            <ac:spMk id="35" creationId="{AAD0DBB9-1A4B-4391-81D4-CB19F9AB918A}"/>
          </ac:spMkLst>
        </pc:spChg>
        <pc:spChg chg="add">
          <ac:chgData name="Olena Manziuk" userId="df04b2ca-ee6f-40c0-a3e0-74bf451e7620" providerId="ADAL" clId="{4C92171E-7321-4CA6-B35E-B4137202CD69}" dt="2026-04-18T13:07:13.051" v="95" actId="26606"/>
          <ac:spMkLst>
            <pc:docMk/>
            <pc:sldMk cId="0" sldId="258"/>
            <ac:spMk id="37" creationId="{063BBA22-50EA-4C4D-BE05-F1CE4E63AA56}"/>
          </ac:spMkLst>
        </pc:spChg>
        <pc:graphicFrameChg chg="add mod modGraphic">
          <ac:chgData name="Olena Manziuk" userId="df04b2ca-ee6f-40c0-a3e0-74bf451e7620" providerId="ADAL" clId="{4C92171E-7321-4CA6-B35E-B4137202CD69}" dt="2026-04-18T13:07:13.051" v="95" actId="26606"/>
          <ac:graphicFrameMkLst>
            <pc:docMk/>
            <pc:sldMk cId="0" sldId="258"/>
            <ac:graphicFrameMk id="6" creationId="{6579F3C9-DF47-5F55-AC20-50A892162037}"/>
          </ac:graphicFrameMkLst>
        </pc:graphicFrameChg>
      </pc:sldChg>
      <pc:sldChg chg="addSp delSp mod">
        <pc:chgData name="Olena Manziuk" userId="df04b2ca-ee6f-40c0-a3e0-74bf451e7620" providerId="ADAL" clId="{4C92171E-7321-4CA6-B35E-B4137202CD69}" dt="2026-04-18T13:03:19.075" v="86" actId="26606"/>
        <pc:sldMkLst>
          <pc:docMk/>
          <pc:sldMk cId="0" sldId="259"/>
        </pc:sldMkLst>
        <pc:graphicFrameChg chg="add">
          <ac:chgData name="Olena Manziuk" userId="df04b2ca-ee6f-40c0-a3e0-74bf451e7620" providerId="ADAL" clId="{4C92171E-7321-4CA6-B35E-B4137202CD69}" dt="2026-04-18T13:03:19.075" v="86" actId="26606"/>
          <ac:graphicFrameMkLst>
            <pc:docMk/>
            <pc:sldMk cId="0" sldId="259"/>
            <ac:graphicFrameMk id="5" creationId="{0AAB14E2-D2A0-9A73-22C0-D25A0941A508}"/>
          </ac:graphicFrameMkLst>
        </pc:graphicFrameChg>
      </pc:sldChg>
      <pc:sldChg chg="addSp delSp modSp mod setBg">
        <pc:chgData name="Olena Manziuk" userId="df04b2ca-ee6f-40c0-a3e0-74bf451e7620" providerId="ADAL" clId="{4C92171E-7321-4CA6-B35E-B4137202CD69}" dt="2026-04-18T13:06:21.898" v="93" actId="26606"/>
        <pc:sldMkLst>
          <pc:docMk/>
          <pc:sldMk cId="0" sldId="260"/>
        </pc:sldMkLst>
        <pc:spChg chg="mod">
          <ac:chgData name="Olena Manziuk" userId="df04b2ca-ee6f-40c0-a3e0-74bf451e7620" providerId="ADAL" clId="{4C92171E-7321-4CA6-B35E-B4137202CD69}" dt="2026-04-18T13:03:44.829" v="87" actId="26606"/>
          <ac:spMkLst>
            <pc:docMk/>
            <pc:sldMk cId="0" sldId="260"/>
            <ac:spMk id="2" creationId="{00000000-0000-0000-0000-000000000000}"/>
          </ac:spMkLst>
        </pc:spChg>
        <pc:spChg chg="add">
          <ac:chgData name="Olena Manziuk" userId="df04b2ca-ee6f-40c0-a3e0-74bf451e7620" providerId="ADAL" clId="{4C92171E-7321-4CA6-B35E-B4137202CD69}" dt="2026-04-18T13:06:21.898" v="93" actId="26606"/>
          <ac:spMkLst>
            <pc:docMk/>
            <pc:sldMk cId="0" sldId="260"/>
            <ac:spMk id="24" creationId="{BACC6370-2D7E-4714-9D71-7542949D7D5D}"/>
          </ac:spMkLst>
        </pc:spChg>
        <pc:spChg chg="add">
          <ac:chgData name="Olena Manziuk" userId="df04b2ca-ee6f-40c0-a3e0-74bf451e7620" providerId="ADAL" clId="{4C92171E-7321-4CA6-B35E-B4137202CD69}" dt="2026-04-18T13:06:21.898" v="93" actId="26606"/>
          <ac:spMkLst>
            <pc:docMk/>
            <pc:sldMk cId="0" sldId="260"/>
            <ac:spMk id="26" creationId="{256B2C21-A230-48C0-8DF1-C46611373C44}"/>
          </ac:spMkLst>
        </pc:spChg>
        <pc:spChg chg="add">
          <ac:chgData name="Olena Manziuk" userId="df04b2ca-ee6f-40c0-a3e0-74bf451e7620" providerId="ADAL" clId="{4C92171E-7321-4CA6-B35E-B4137202CD69}" dt="2026-04-18T13:06:21.898" v="93" actId="26606"/>
          <ac:spMkLst>
            <pc:docMk/>
            <pc:sldMk cId="0" sldId="260"/>
            <ac:spMk id="28" creationId="{3847E18C-932D-4C95-AABA-FEC7C9499AD7}"/>
          </ac:spMkLst>
        </pc:spChg>
        <pc:spChg chg="add">
          <ac:chgData name="Olena Manziuk" userId="df04b2ca-ee6f-40c0-a3e0-74bf451e7620" providerId="ADAL" clId="{4C92171E-7321-4CA6-B35E-B4137202CD69}" dt="2026-04-18T13:06:21.898" v="93" actId="26606"/>
          <ac:spMkLst>
            <pc:docMk/>
            <pc:sldMk cId="0" sldId="260"/>
            <ac:spMk id="30" creationId="{3150CB11-0C61-439E-910F-5787759E72A0}"/>
          </ac:spMkLst>
        </pc:spChg>
        <pc:spChg chg="add">
          <ac:chgData name="Olena Manziuk" userId="df04b2ca-ee6f-40c0-a3e0-74bf451e7620" providerId="ADAL" clId="{4C92171E-7321-4CA6-B35E-B4137202CD69}" dt="2026-04-18T13:06:21.898" v="93" actId="26606"/>
          <ac:spMkLst>
            <pc:docMk/>
            <pc:sldMk cId="0" sldId="260"/>
            <ac:spMk id="34" creationId="{443F2ACA-E6D6-4028-82DD-F03C262D5DE6}"/>
          </ac:spMkLst>
        </pc:spChg>
        <pc:graphicFrameChg chg="add">
          <ac:chgData name="Olena Manziuk" userId="df04b2ca-ee6f-40c0-a3e0-74bf451e7620" providerId="ADAL" clId="{4C92171E-7321-4CA6-B35E-B4137202CD69}" dt="2026-04-18T13:03:44.829" v="87" actId="26606"/>
          <ac:graphicFrameMkLst>
            <pc:docMk/>
            <pc:sldMk cId="0" sldId="260"/>
            <ac:graphicFrameMk id="5" creationId="{7C7BC2C9-986B-39B7-B044-2646175B125F}"/>
          </ac:graphicFrameMkLst>
        </pc:graphicFrameChg>
      </pc:sldChg>
      <pc:sldChg chg="addSp delSp modSp mod setBg">
        <pc:chgData name="Olena Manziuk" userId="df04b2ca-ee6f-40c0-a3e0-74bf451e7620" providerId="ADAL" clId="{4C92171E-7321-4CA6-B35E-B4137202CD69}" dt="2026-04-18T13:04:21.017" v="89" actId="26606"/>
        <pc:sldMkLst>
          <pc:docMk/>
          <pc:sldMk cId="0" sldId="261"/>
        </pc:sldMkLst>
        <pc:spChg chg="mod">
          <ac:chgData name="Olena Manziuk" userId="df04b2ca-ee6f-40c0-a3e0-74bf451e7620" providerId="ADAL" clId="{4C92171E-7321-4CA6-B35E-B4137202CD69}" dt="2026-04-18T13:04:21.017" v="89" actId="26606"/>
          <ac:spMkLst>
            <pc:docMk/>
            <pc:sldMk cId="0" sldId="261"/>
            <ac:spMk id="2" creationId="{00000000-0000-0000-0000-000000000000}"/>
          </ac:spMkLst>
        </pc:spChg>
        <pc:spChg chg="add">
          <ac:chgData name="Olena Manziuk" userId="df04b2ca-ee6f-40c0-a3e0-74bf451e7620" providerId="ADAL" clId="{4C92171E-7321-4CA6-B35E-B4137202CD69}" dt="2026-04-18T13:04:21.017" v="89" actId="26606"/>
          <ac:spMkLst>
            <pc:docMk/>
            <pc:sldMk cId="0" sldId="261"/>
            <ac:spMk id="26" creationId="{91E5A9A7-95C6-4F4F-B00E-C82E07FE62EF}"/>
          </ac:spMkLst>
        </pc:spChg>
        <pc:spChg chg="add">
          <ac:chgData name="Olena Manziuk" userId="df04b2ca-ee6f-40c0-a3e0-74bf451e7620" providerId="ADAL" clId="{4C92171E-7321-4CA6-B35E-B4137202CD69}" dt="2026-04-18T13:04:21.017" v="89" actId="26606"/>
          <ac:spMkLst>
            <pc:docMk/>
            <pc:sldMk cId="0" sldId="261"/>
            <ac:spMk id="28" creationId="{D07DD2DE-F619-49DD-B5E7-03A290FF4ED1}"/>
          </ac:spMkLst>
        </pc:spChg>
        <pc:spChg chg="add">
          <ac:chgData name="Olena Manziuk" userId="df04b2ca-ee6f-40c0-a3e0-74bf451e7620" providerId="ADAL" clId="{4C92171E-7321-4CA6-B35E-B4137202CD69}" dt="2026-04-18T13:04:21.017" v="89" actId="26606"/>
          <ac:spMkLst>
            <pc:docMk/>
            <pc:sldMk cId="0" sldId="261"/>
            <ac:spMk id="30" creationId="{85149191-5F60-4A28-AAFF-039F96B0F3EC}"/>
          </ac:spMkLst>
        </pc:spChg>
        <pc:spChg chg="add">
          <ac:chgData name="Olena Manziuk" userId="df04b2ca-ee6f-40c0-a3e0-74bf451e7620" providerId="ADAL" clId="{4C92171E-7321-4CA6-B35E-B4137202CD69}" dt="2026-04-18T13:04:21.017" v="89" actId="26606"/>
          <ac:spMkLst>
            <pc:docMk/>
            <pc:sldMk cId="0" sldId="261"/>
            <ac:spMk id="32" creationId="{F8260ED5-17F7-4158-B241-D51DD4CF1B7E}"/>
          </ac:spMkLst>
        </pc:spChg>
        <pc:graphicFrameChg chg="add">
          <ac:chgData name="Olena Manziuk" userId="df04b2ca-ee6f-40c0-a3e0-74bf451e7620" providerId="ADAL" clId="{4C92171E-7321-4CA6-B35E-B4137202CD69}" dt="2026-04-18T13:04:08.014" v="88" actId="26606"/>
          <ac:graphicFrameMkLst>
            <pc:docMk/>
            <pc:sldMk cId="0" sldId="261"/>
            <ac:graphicFrameMk id="5" creationId="{C450BC4F-7DB9-198E-371E-521876D06C1A}"/>
          </ac:graphicFrameMkLst>
        </pc:graphicFrameChg>
      </pc:sldChg>
      <pc:sldChg chg="addSp delSp modSp mod setBg">
        <pc:chgData name="Olena Manziuk" userId="df04b2ca-ee6f-40c0-a3e0-74bf451e7620" providerId="ADAL" clId="{4C92171E-7321-4CA6-B35E-B4137202CD69}" dt="2026-04-18T13:06:16.061" v="92" actId="26606"/>
        <pc:sldMkLst>
          <pc:docMk/>
          <pc:sldMk cId="0" sldId="262"/>
        </pc:sldMkLst>
        <pc:spChg chg="mod">
          <ac:chgData name="Olena Manziuk" userId="df04b2ca-ee6f-40c0-a3e0-74bf451e7620" providerId="ADAL" clId="{4C92171E-7321-4CA6-B35E-B4137202CD69}" dt="2026-04-18T13:05:25.733" v="90" actId="26606"/>
          <ac:spMkLst>
            <pc:docMk/>
            <pc:sldMk cId="0" sldId="262"/>
            <ac:spMk id="2" creationId="{00000000-0000-0000-0000-000000000000}"/>
          </ac:spMkLst>
        </pc:spChg>
        <pc:spChg chg="add">
          <ac:chgData name="Olena Manziuk" userId="df04b2ca-ee6f-40c0-a3e0-74bf451e7620" providerId="ADAL" clId="{4C92171E-7321-4CA6-B35E-B4137202CD69}" dt="2026-04-18T13:06:16.061" v="92" actId="26606"/>
          <ac:spMkLst>
            <pc:docMk/>
            <pc:sldMk cId="0" sldId="262"/>
            <ac:spMk id="24" creationId="{BACC6370-2D7E-4714-9D71-7542949D7D5D}"/>
          </ac:spMkLst>
        </pc:spChg>
        <pc:spChg chg="add">
          <ac:chgData name="Olena Manziuk" userId="df04b2ca-ee6f-40c0-a3e0-74bf451e7620" providerId="ADAL" clId="{4C92171E-7321-4CA6-B35E-B4137202CD69}" dt="2026-04-18T13:06:16.061" v="92" actId="26606"/>
          <ac:spMkLst>
            <pc:docMk/>
            <pc:sldMk cId="0" sldId="262"/>
            <ac:spMk id="28" creationId="{3847E18C-932D-4C95-AABA-FEC7C9499AD7}"/>
          </ac:spMkLst>
        </pc:spChg>
        <pc:spChg chg="add">
          <ac:chgData name="Olena Manziuk" userId="df04b2ca-ee6f-40c0-a3e0-74bf451e7620" providerId="ADAL" clId="{4C92171E-7321-4CA6-B35E-B4137202CD69}" dt="2026-04-18T13:06:16.061" v="92" actId="26606"/>
          <ac:spMkLst>
            <pc:docMk/>
            <pc:sldMk cId="0" sldId="262"/>
            <ac:spMk id="30" creationId="{3150CB11-0C61-439E-910F-5787759E72A0}"/>
          </ac:spMkLst>
        </pc:spChg>
        <pc:spChg chg="add">
          <ac:chgData name="Olena Manziuk" userId="df04b2ca-ee6f-40c0-a3e0-74bf451e7620" providerId="ADAL" clId="{4C92171E-7321-4CA6-B35E-B4137202CD69}" dt="2026-04-18T13:06:16.061" v="92" actId="26606"/>
          <ac:spMkLst>
            <pc:docMk/>
            <pc:sldMk cId="0" sldId="262"/>
            <ac:spMk id="32" creationId="{43F8A58B-5155-44CE-A5FF-7647B47D0A7A}"/>
          </ac:spMkLst>
        </pc:spChg>
        <pc:spChg chg="add">
          <ac:chgData name="Olena Manziuk" userId="df04b2ca-ee6f-40c0-a3e0-74bf451e7620" providerId="ADAL" clId="{4C92171E-7321-4CA6-B35E-B4137202CD69}" dt="2026-04-18T13:06:16.061" v="92" actId="26606"/>
          <ac:spMkLst>
            <pc:docMk/>
            <pc:sldMk cId="0" sldId="262"/>
            <ac:spMk id="34" creationId="{443F2ACA-E6D6-4028-82DD-F03C262D5DE6}"/>
          </ac:spMkLst>
        </pc:spChg>
        <pc:graphicFrameChg chg="add">
          <ac:chgData name="Olena Manziuk" userId="df04b2ca-ee6f-40c0-a3e0-74bf451e7620" providerId="ADAL" clId="{4C92171E-7321-4CA6-B35E-B4137202CD69}" dt="2026-04-18T13:05:25.733" v="90" actId="26606"/>
          <ac:graphicFrameMkLst>
            <pc:docMk/>
            <pc:sldMk cId="0" sldId="262"/>
            <ac:graphicFrameMk id="5" creationId="{0BBD4B9E-BB37-4A8A-F51E-1642C69C6C1F}"/>
          </ac:graphicFrameMkLst>
        </pc:graphicFrameChg>
      </pc:sldChg>
      <pc:sldChg chg="modSp mod">
        <pc:chgData name="Olena Manziuk" userId="df04b2ca-ee6f-40c0-a3e0-74bf451e7620" providerId="ADAL" clId="{4C92171E-7321-4CA6-B35E-B4137202CD69}" dt="2026-04-18T13:34:55.040" v="531" actId="20577"/>
        <pc:sldMkLst>
          <pc:docMk/>
          <pc:sldMk cId="0" sldId="263"/>
        </pc:sldMkLst>
        <pc:spChg chg="mod">
          <ac:chgData name="Olena Manziuk" userId="df04b2ca-ee6f-40c0-a3e0-74bf451e7620" providerId="ADAL" clId="{4C92171E-7321-4CA6-B35E-B4137202CD69}" dt="2026-04-18T13:34:55.040" v="531" actId="20577"/>
          <ac:spMkLst>
            <pc:docMk/>
            <pc:sldMk cId="0" sldId="263"/>
            <ac:spMk id="3" creationId="{00000000-0000-0000-0000-000000000000}"/>
          </ac:spMkLst>
        </pc:spChg>
      </pc:sldChg>
      <pc:sldChg chg="add">
        <pc:chgData name="Olena Manziuk" userId="df04b2ca-ee6f-40c0-a3e0-74bf451e7620" providerId="ADAL" clId="{4C92171E-7321-4CA6-B35E-B4137202CD69}" dt="2026-04-18T14:37:35.425" v="1259"/>
        <pc:sldMkLst>
          <pc:docMk/>
          <pc:sldMk cId="3677082579" sldId="264"/>
        </pc:sldMkLst>
      </pc:sldChg>
      <pc:sldChg chg="addSp delSp modSp new mod setBg modNotesTx">
        <pc:chgData name="Olena Manziuk" userId="df04b2ca-ee6f-40c0-a3e0-74bf451e7620" providerId="ADAL" clId="{4C92171E-7321-4CA6-B35E-B4137202CD69}" dt="2026-04-18T13:57:50.596" v="978" actId="20577"/>
        <pc:sldMkLst>
          <pc:docMk/>
          <pc:sldMk cId="140134441" sldId="266"/>
        </pc:sldMkLst>
        <pc:spChg chg="add del mod">
          <ac:chgData name="Olena Manziuk" userId="df04b2ca-ee6f-40c0-a3e0-74bf451e7620" providerId="ADAL" clId="{4C92171E-7321-4CA6-B35E-B4137202CD69}" dt="2026-04-18T13:02:06.490" v="80" actId="20577"/>
          <ac:spMkLst>
            <pc:docMk/>
            <pc:sldMk cId="140134441" sldId="266"/>
            <ac:spMk id="2" creationId="{FAC38A5A-842E-B81F-8EBD-56587A03C707}"/>
          </ac:spMkLst>
        </pc:spChg>
        <pc:picChg chg="add mod ord">
          <ac:chgData name="Olena Manziuk" userId="df04b2ca-ee6f-40c0-a3e0-74bf451e7620" providerId="ADAL" clId="{4C92171E-7321-4CA6-B35E-B4137202CD69}" dt="2026-04-18T13:00:50.317" v="32" actId="26606"/>
          <ac:picMkLst>
            <pc:docMk/>
            <pc:sldMk cId="140134441" sldId="266"/>
            <ac:picMk id="5" creationId="{7E54C195-B8D7-B974-070B-F2B1F8AE973C}"/>
          </ac:picMkLst>
        </pc:picChg>
      </pc:sldChg>
      <pc:sldChg chg="addSp delSp modSp new mod setBg modNotesTx">
        <pc:chgData name="Olena Manziuk" userId="df04b2ca-ee6f-40c0-a3e0-74bf451e7620" providerId="ADAL" clId="{4C92171E-7321-4CA6-B35E-B4137202CD69}" dt="2026-04-21T17:04:23.044" v="1326" actId="20577"/>
        <pc:sldMkLst>
          <pc:docMk/>
          <pc:sldMk cId="1741932471" sldId="267"/>
        </pc:sldMkLst>
        <pc:spChg chg="add del mod">
          <ac:chgData name="Olena Manziuk" userId="df04b2ca-ee6f-40c0-a3e0-74bf451e7620" providerId="ADAL" clId="{4C92171E-7321-4CA6-B35E-B4137202CD69}" dt="2026-04-21T17:04:23.044" v="1326" actId="20577"/>
          <ac:spMkLst>
            <pc:docMk/>
            <pc:sldMk cId="1741932471" sldId="267"/>
            <ac:spMk id="2" creationId="{13FA514F-8A6A-99A1-0A87-6D3103680563}"/>
          </ac:spMkLst>
        </pc:spChg>
        <pc:picChg chg="add mod ord">
          <ac:chgData name="Olena Manziuk" userId="df04b2ca-ee6f-40c0-a3e0-74bf451e7620" providerId="ADAL" clId="{4C92171E-7321-4CA6-B35E-B4137202CD69}" dt="2026-04-18T13:09:48.471" v="146" actId="26606"/>
          <ac:picMkLst>
            <pc:docMk/>
            <pc:sldMk cId="1741932471" sldId="267"/>
            <ac:picMk id="5" creationId="{69635C7A-1F7A-D780-C000-E2E9813B4F85}"/>
          </ac:picMkLst>
        </pc:picChg>
      </pc:sldChg>
      <pc:sldChg chg="addSp delSp modSp new mod modNotesTx">
        <pc:chgData name="Olena Manziuk" userId="df04b2ca-ee6f-40c0-a3e0-74bf451e7620" providerId="ADAL" clId="{4C92171E-7321-4CA6-B35E-B4137202CD69}" dt="2026-04-18T14:08:17.971" v="980"/>
        <pc:sldMkLst>
          <pc:docMk/>
          <pc:sldMk cId="2190867065" sldId="268"/>
        </pc:sldMkLst>
        <pc:spChg chg="mod">
          <ac:chgData name="Olena Manziuk" userId="df04b2ca-ee6f-40c0-a3e0-74bf451e7620" providerId="ADAL" clId="{4C92171E-7321-4CA6-B35E-B4137202CD69}" dt="2026-04-18T13:14:16.423" v="195" actId="27636"/>
          <ac:spMkLst>
            <pc:docMk/>
            <pc:sldMk cId="2190867065" sldId="268"/>
            <ac:spMk id="2" creationId="{02C302B0-D263-0E62-9EC3-998EE4D038D2}"/>
          </ac:spMkLst>
        </pc:spChg>
        <pc:picChg chg="add mod ord">
          <ac:chgData name="Olena Manziuk" userId="df04b2ca-ee6f-40c0-a3e0-74bf451e7620" providerId="ADAL" clId="{4C92171E-7321-4CA6-B35E-B4137202CD69}" dt="2026-04-18T13:13:14.921" v="148" actId="22"/>
          <ac:picMkLst>
            <pc:docMk/>
            <pc:sldMk cId="2190867065" sldId="268"/>
            <ac:picMk id="5" creationId="{D6569F3D-F924-4764-7004-74000E856741}"/>
          </ac:picMkLst>
        </pc:picChg>
      </pc:sldChg>
      <pc:sldChg chg="addSp delSp modSp new mod modNotesTx">
        <pc:chgData name="Olena Manziuk" userId="df04b2ca-ee6f-40c0-a3e0-74bf451e7620" providerId="ADAL" clId="{4C92171E-7321-4CA6-B35E-B4137202CD69}" dt="2026-04-18T14:26:32.712" v="1215" actId="20577"/>
        <pc:sldMkLst>
          <pc:docMk/>
          <pc:sldMk cId="615172251" sldId="269"/>
        </pc:sldMkLst>
        <pc:spChg chg="mod">
          <ac:chgData name="Olena Manziuk" userId="df04b2ca-ee6f-40c0-a3e0-74bf451e7620" providerId="ADAL" clId="{4C92171E-7321-4CA6-B35E-B4137202CD69}" dt="2026-04-18T13:17:18.372" v="226" actId="255"/>
          <ac:spMkLst>
            <pc:docMk/>
            <pc:sldMk cId="615172251" sldId="269"/>
            <ac:spMk id="2" creationId="{19C2FDB6-CAF4-9144-FEF6-26729EA9032A}"/>
          </ac:spMkLst>
        </pc:spChg>
        <pc:picChg chg="add mod ord">
          <ac:chgData name="Olena Manziuk" userId="df04b2ca-ee6f-40c0-a3e0-74bf451e7620" providerId="ADAL" clId="{4C92171E-7321-4CA6-B35E-B4137202CD69}" dt="2026-04-18T13:16:42.799" v="197" actId="22"/>
          <ac:picMkLst>
            <pc:docMk/>
            <pc:sldMk cId="615172251" sldId="269"/>
            <ac:picMk id="5" creationId="{E649660F-9B3C-5EC2-0599-14C0B508FB1D}"/>
          </ac:picMkLst>
        </pc:picChg>
      </pc:sldChg>
      <pc:sldChg chg="addSp delSp modSp new mod modNotesTx">
        <pc:chgData name="Olena Manziuk" userId="df04b2ca-ee6f-40c0-a3e0-74bf451e7620" providerId="ADAL" clId="{4C92171E-7321-4CA6-B35E-B4137202CD69}" dt="2026-04-18T14:29:14.402" v="1240" actId="6549"/>
        <pc:sldMkLst>
          <pc:docMk/>
          <pc:sldMk cId="3428054458" sldId="270"/>
        </pc:sldMkLst>
        <pc:spChg chg="mod">
          <ac:chgData name="Olena Manziuk" userId="df04b2ca-ee6f-40c0-a3e0-74bf451e7620" providerId="ADAL" clId="{4C92171E-7321-4CA6-B35E-B4137202CD69}" dt="2026-04-18T13:19:18.370" v="296" actId="27636"/>
          <ac:spMkLst>
            <pc:docMk/>
            <pc:sldMk cId="3428054458" sldId="270"/>
            <ac:spMk id="2" creationId="{6836A013-11BF-0B16-DD22-0A1E888859D0}"/>
          </ac:spMkLst>
        </pc:spChg>
        <pc:picChg chg="add mod ord">
          <ac:chgData name="Olena Manziuk" userId="df04b2ca-ee6f-40c0-a3e0-74bf451e7620" providerId="ADAL" clId="{4C92171E-7321-4CA6-B35E-B4137202CD69}" dt="2026-04-18T13:18:29.200" v="228" actId="22"/>
          <ac:picMkLst>
            <pc:docMk/>
            <pc:sldMk cId="3428054458" sldId="270"/>
            <ac:picMk id="5" creationId="{A3F5A8E1-9C09-E21F-4464-4AD30E252994}"/>
          </ac:picMkLst>
        </pc:picChg>
      </pc:sldChg>
      <pc:sldChg chg="addSp delSp modSp new mod">
        <pc:chgData name="Olena Manziuk" userId="df04b2ca-ee6f-40c0-a3e0-74bf451e7620" providerId="ADAL" clId="{4C92171E-7321-4CA6-B35E-B4137202CD69}" dt="2026-04-18T13:24:04.333" v="372" actId="20577"/>
        <pc:sldMkLst>
          <pc:docMk/>
          <pc:sldMk cId="1597394820" sldId="271"/>
        </pc:sldMkLst>
        <pc:spChg chg="mod">
          <ac:chgData name="Olena Manziuk" userId="df04b2ca-ee6f-40c0-a3e0-74bf451e7620" providerId="ADAL" clId="{4C92171E-7321-4CA6-B35E-B4137202CD69}" dt="2026-04-18T13:24:04.333" v="372" actId="20577"/>
          <ac:spMkLst>
            <pc:docMk/>
            <pc:sldMk cId="1597394820" sldId="271"/>
            <ac:spMk id="2" creationId="{DDCE4CCB-C73E-4FA2-A26B-A86FFB82445A}"/>
          </ac:spMkLst>
        </pc:spChg>
        <pc:picChg chg="add mod ord">
          <ac:chgData name="Olena Manziuk" userId="df04b2ca-ee6f-40c0-a3e0-74bf451e7620" providerId="ADAL" clId="{4C92171E-7321-4CA6-B35E-B4137202CD69}" dt="2026-04-18T13:22:55.649" v="347" actId="22"/>
          <ac:picMkLst>
            <pc:docMk/>
            <pc:sldMk cId="1597394820" sldId="271"/>
            <ac:picMk id="5" creationId="{95A5A25B-6D00-9593-49AB-B043749E2009}"/>
          </ac:picMkLst>
        </pc:picChg>
      </pc:sldChg>
      <pc:sldChg chg="addSp delSp modSp new mod modNotesTx">
        <pc:chgData name="Olena Manziuk" userId="df04b2ca-ee6f-40c0-a3e0-74bf451e7620" providerId="ADAL" clId="{4C92171E-7321-4CA6-B35E-B4137202CD69}" dt="2026-04-18T14:36:19.014" v="1257" actId="6549"/>
        <pc:sldMkLst>
          <pc:docMk/>
          <pc:sldMk cId="3539970578" sldId="272"/>
        </pc:sldMkLst>
        <pc:spChg chg="mod">
          <ac:chgData name="Olena Manziuk" userId="df04b2ca-ee6f-40c0-a3e0-74bf451e7620" providerId="ADAL" clId="{4C92171E-7321-4CA6-B35E-B4137202CD69}" dt="2026-04-18T13:22:27.045" v="346" actId="27636"/>
          <ac:spMkLst>
            <pc:docMk/>
            <pc:sldMk cId="3539970578" sldId="272"/>
            <ac:spMk id="2" creationId="{E02D625D-583C-EB07-0269-C2E974CC2D75}"/>
          </ac:spMkLst>
        </pc:spChg>
        <pc:picChg chg="add mod ord">
          <ac:chgData name="Olena Manziuk" userId="df04b2ca-ee6f-40c0-a3e0-74bf451e7620" providerId="ADAL" clId="{4C92171E-7321-4CA6-B35E-B4137202CD69}" dt="2026-04-18T13:21:57.776" v="299" actId="22"/>
          <ac:picMkLst>
            <pc:docMk/>
            <pc:sldMk cId="3539970578" sldId="272"/>
            <ac:picMk id="5" creationId="{E99FB745-D80C-ADD6-35F8-B50A6BB5FC00}"/>
          </ac:picMkLst>
        </pc:picChg>
      </pc:sldChg>
      <pc:sldChg chg="addSp delSp modSp new mod setBg">
        <pc:chgData name="Olena Manziuk" userId="df04b2ca-ee6f-40c0-a3e0-74bf451e7620" providerId="ADAL" clId="{4C92171E-7321-4CA6-B35E-B4137202CD69}" dt="2026-04-18T13:46:15.649" v="603" actId="14100"/>
        <pc:sldMkLst>
          <pc:docMk/>
          <pc:sldMk cId="4068503446" sldId="273"/>
        </pc:sldMkLst>
        <pc:spChg chg="mod">
          <ac:chgData name="Olena Manziuk" userId="df04b2ca-ee6f-40c0-a3e0-74bf451e7620" providerId="ADAL" clId="{4C92171E-7321-4CA6-B35E-B4137202CD69}" dt="2026-04-18T13:46:15.649" v="603" actId="14100"/>
          <ac:spMkLst>
            <pc:docMk/>
            <pc:sldMk cId="4068503446" sldId="273"/>
            <ac:spMk id="2" creationId="{7DECD42B-F7E9-DF53-7BCE-7BE835816A35}"/>
          </ac:spMkLst>
        </pc:spChg>
        <pc:spChg chg="add">
          <ac:chgData name="Olena Manziuk" userId="df04b2ca-ee6f-40c0-a3e0-74bf451e7620" providerId="ADAL" clId="{4C92171E-7321-4CA6-B35E-B4137202CD69}" dt="2026-04-18T13:45:03.885" v="570" actId="26606"/>
          <ac:spMkLst>
            <pc:docMk/>
            <pc:sldMk cId="4068503446" sldId="273"/>
            <ac:spMk id="75" creationId="{A8384FB5-9ADC-4DDC-881B-597D56F5B15D}"/>
          </ac:spMkLst>
        </pc:spChg>
        <pc:spChg chg="add">
          <ac:chgData name="Olena Manziuk" userId="df04b2ca-ee6f-40c0-a3e0-74bf451e7620" providerId="ADAL" clId="{4C92171E-7321-4CA6-B35E-B4137202CD69}" dt="2026-04-18T13:45:03.885" v="570" actId="26606"/>
          <ac:spMkLst>
            <pc:docMk/>
            <pc:sldMk cId="4068503446" sldId="273"/>
            <ac:spMk id="76" creationId="{1199E1B1-A8C0-4FE8-A5A8-1CB41D69F857}"/>
          </ac:spMkLst>
        </pc:spChg>
        <pc:spChg chg="add">
          <ac:chgData name="Olena Manziuk" userId="df04b2ca-ee6f-40c0-a3e0-74bf451e7620" providerId="ADAL" clId="{4C92171E-7321-4CA6-B35E-B4137202CD69}" dt="2026-04-18T13:45:03.885" v="570" actId="26606"/>
          <ac:spMkLst>
            <pc:docMk/>
            <pc:sldMk cId="4068503446" sldId="273"/>
            <ac:spMk id="77" creationId="{84A8DE83-DE75-4B41-9DB4-A7EC0B0DEC0B}"/>
          </ac:spMkLst>
        </pc:spChg>
        <pc:spChg chg="add">
          <ac:chgData name="Olena Manziuk" userId="df04b2ca-ee6f-40c0-a3e0-74bf451e7620" providerId="ADAL" clId="{4C92171E-7321-4CA6-B35E-B4137202CD69}" dt="2026-04-18T13:45:03.885" v="570" actId="26606"/>
          <ac:spMkLst>
            <pc:docMk/>
            <pc:sldMk cId="4068503446" sldId="273"/>
            <ac:spMk id="78" creationId="{A7009A0A-BEF5-4EAC-AF15-E4F9F002E239}"/>
          </ac:spMkLst>
        </pc:spChg>
        <pc:graphicFrameChg chg="add mod modGraphic">
          <ac:chgData name="Olena Manziuk" userId="df04b2ca-ee6f-40c0-a3e0-74bf451e7620" providerId="ADAL" clId="{4C92171E-7321-4CA6-B35E-B4137202CD69}" dt="2026-04-18T13:45:03.885" v="570" actId="26606"/>
          <ac:graphicFrameMkLst>
            <pc:docMk/>
            <pc:sldMk cId="4068503446" sldId="273"/>
            <ac:graphicFrameMk id="5" creationId="{BF165229-9727-E607-EB25-4A25B56AFB92}"/>
          </ac:graphicFrameMkLst>
        </pc:graphicFrameChg>
      </pc:sldChg>
      <pc:sldChg chg="addSp delSp modSp new mod modNotesTx">
        <pc:chgData name="Olena Manziuk" userId="df04b2ca-ee6f-40c0-a3e0-74bf451e7620" providerId="ADAL" clId="{4C92171E-7321-4CA6-B35E-B4137202CD69}" dt="2026-04-18T14:39:43.465" v="1288" actId="20577"/>
        <pc:sldMkLst>
          <pc:docMk/>
          <pc:sldMk cId="4197957551" sldId="274"/>
        </pc:sldMkLst>
        <pc:spChg chg="mod">
          <ac:chgData name="Olena Manziuk" userId="df04b2ca-ee6f-40c0-a3e0-74bf451e7620" providerId="ADAL" clId="{4C92171E-7321-4CA6-B35E-B4137202CD69}" dt="2026-04-18T14:39:43.465" v="1288" actId="20577"/>
          <ac:spMkLst>
            <pc:docMk/>
            <pc:sldMk cId="4197957551" sldId="274"/>
            <ac:spMk id="2" creationId="{EAA7F54F-FD71-5C7D-6FB5-BC59FBBF091C}"/>
          </ac:spMkLst>
        </pc:spChg>
        <pc:picChg chg="add mod ord">
          <ac:chgData name="Olena Manziuk" userId="df04b2ca-ee6f-40c0-a3e0-74bf451e7620" providerId="ADAL" clId="{4C92171E-7321-4CA6-B35E-B4137202CD69}" dt="2026-04-18T14:12:50.501" v="984" actId="22"/>
          <ac:picMkLst>
            <pc:docMk/>
            <pc:sldMk cId="4197957551" sldId="274"/>
            <ac:picMk id="5" creationId="{9746451A-2D20-C18E-47BD-BA6F211C529B}"/>
          </ac:picMkLst>
        </pc:picChg>
      </pc:sldChg>
      <pc:sldChg chg="modSp new mod ord">
        <pc:chgData name="Olena Manziuk" userId="df04b2ca-ee6f-40c0-a3e0-74bf451e7620" providerId="ADAL" clId="{4C92171E-7321-4CA6-B35E-B4137202CD69}" dt="2026-04-21T17:30:23.852" v="1434" actId="14100"/>
        <pc:sldMkLst>
          <pc:docMk/>
          <pc:sldMk cId="799039856" sldId="275"/>
        </pc:sldMkLst>
        <pc:spChg chg="mod">
          <ac:chgData name="Olena Manziuk" userId="df04b2ca-ee6f-40c0-a3e0-74bf451e7620" providerId="ADAL" clId="{4C92171E-7321-4CA6-B35E-B4137202CD69}" dt="2026-04-21T17:16:46.851" v="1375" actId="20577"/>
          <ac:spMkLst>
            <pc:docMk/>
            <pc:sldMk cId="799039856" sldId="275"/>
            <ac:spMk id="2" creationId="{6BA50958-3E94-5677-C6E8-003912A78FBF}"/>
          </ac:spMkLst>
        </pc:spChg>
        <pc:spChg chg="mod">
          <ac:chgData name="Olena Manziuk" userId="df04b2ca-ee6f-40c0-a3e0-74bf451e7620" providerId="ADAL" clId="{4C92171E-7321-4CA6-B35E-B4137202CD69}" dt="2026-04-21T17:30:23.852" v="1434" actId="14100"/>
          <ac:spMkLst>
            <pc:docMk/>
            <pc:sldMk cId="799039856" sldId="275"/>
            <ac:spMk id="3" creationId="{EC351B1A-9380-A2C9-1FC8-358C44C75D61}"/>
          </ac:spMkLst>
        </pc:spChg>
      </pc:sldChg>
      <pc:sldChg chg="modSp new mod ord">
        <pc:chgData name="Olena Manziuk" userId="df04b2ca-ee6f-40c0-a3e0-74bf451e7620" providerId="ADAL" clId="{4C92171E-7321-4CA6-B35E-B4137202CD69}" dt="2026-04-21T17:30:14.957" v="1433" actId="113"/>
        <pc:sldMkLst>
          <pc:docMk/>
          <pc:sldMk cId="512146302" sldId="276"/>
        </pc:sldMkLst>
        <pc:spChg chg="mod">
          <ac:chgData name="Olena Manziuk" userId="df04b2ca-ee6f-40c0-a3e0-74bf451e7620" providerId="ADAL" clId="{4C92171E-7321-4CA6-B35E-B4137202CD69}" dt="2026-04-21T17:30:14.957" v="1433" actId="113"/>
          <ac:spMkLst>
            <pc:docMk/>
            <pc:sldMk cId="512146302" sldId="276"/>
            <ac:spMk id="2" creationId="{FC54B442-5066-3614-B662-BD50608594C3}"/>
          </ac:spMkLst>
        </pc:spChg>
        <pc:spChg chg="mod">
          <ac:chgData name="Olena Manziuk" userId="df04b2ca-ee6f-40c0-a3e0-74bf451e7620" providerId="ADAL" clId="{4C92171E-7321-4CA6-B35E-B4137202CD69}" dt="2026-04-21T17:20:36.833" v="1423" actId="27636"/>
          <ac:spMkLst>
            <pc:docMk/>
            <pc:sldMk cId="512146302" sldId="276"/>
            <ac:spMk id="3" creationId="{A78B4436-6ECD-B0C8-753C-137FBFD36F07}"/>
          </ac:spMkLst>
        </pc:spChg>
      </pc:sldChg>
      <pc:sldChg chg="addSp delSp modSp new mod setBg">
        <pc:chgData name="Olena Manziuk" userId="df04b2ca-ee6f-40c0-a3e0-74bf451e7620" providerId="ADAL" clId="{4C92171E-7321-4CA6-B35E-B4137202CD69}" dt="2026-05-09T13:46:07.684" v="3090" actId="255"/>
        <pc:sldMkLst>
          <pc:docMk/>
          <pc:sldMk cId="2458512757" sldId="277"/>
        </pc:sldMkLst>
        <pc:spChg chg="mod">
          <ac:chgData name="Olena Manziuk" userId="df04b2ca-ee6f-40c0-a3e0-74bf451e7620" providerId="ADAL" clId="{4C92171E-7321-4CA6-B35E-B4137202CD69}" dt="2026-05-09T13:46:07.684" v="3090" actId="255"/>
          <ac:spMkLst>
            <pc:docMk/>
            <pc:sldMk cId="2458512757" sldId="277"/>
            <ac:spMk id="2" creationId="{D7CBD042-5ADD-210B-0181-3F031BE9F0EC}"/>
          </ac:spMkLst>
        </pc:spChg>
        <pc:spChg chg="mod">
          <ac:chgData name="Olena Manziuk" userId="df04b2ca-ee6f-40c0-a3e0-74bf451e7620" providerId="ADAL" clId="{4C92171E-7321-4CA6-B35E-B4137202CD69}" dt="2026-05-09T13:45:41.927" v="3088" actId="26606"/>
          <ac:spMkLst>
            <pc:docMk/>
            <pc:sldMk cId="2458512757" sldId="277"/>
            <ac:spMk id="3" creationId="{3D016BE1-0851-32F3-F37D-EB1C869FC3A7}"/>
          </ac:spMkLst>
        </pc:spChg>
        <pc:spChg chg="add del">
          <ac:chgData name="Olena Manziuk" userId="df04b2ca-ee6f-40c0-a3e0-74bf451e7620" providerId="ADAL" clId="{4C92171E-7321-4CA6-B35E-B4137202CD69}" dt="2026-05-09T13:45:41.927" v="3088" actId="26606"/>
          <ac:spMkLst>
            <pc:docMk/>
            <pc:sldMk cId="2458512757" sldId="277"/>
            <ac:spMk id="8" creationId="{389575E1-3389-451A-A5F7-27854C25C599}"/>
          </ac:spMkLst>
        </pc:spChg>
        <pc:spChg chg="add del">
          <ac:chgData name="Olena Manziuk" userId="df04b2ca-ee6f-40c0-a3e0-74bf451e7620" providerId="ADAL" clId="{4C92171E-7321-4CA6-B35E-B4137202CD69}" dt="2026-05-09T13:45:41.927" v="3088" actId="26606"/>
          <ac:spMkLst>
            <pc:docMk/>
            <pc:sldMk cId="2458512757" sldId="277"/>
            <ac:spMk id="10" creationId="{A53CCC5C-D88E-40FB-B30B-23DCDBD01D37}"/>
          </ac:spMkLst>
        </pc:spChg>
        <pc:spChg chg="add del">
          <ac:chgData name="Olena Manziuk" userId="df04b2ca-ee6f-40c0-a3e0-74bf451e7620" providerId="ADAL" clId="{4C92171E-7321-4CA6-B35E-B4137202CD69}" dt="2026-05-09T13:45:41.927" v="3088" actId="26606"/>
          <ac:spMkLst>
            <pc:docMk/>
            <pc:sldMk cId="2458512757" sldId="277"/>
            <ac:spMk id="12" creationId="{081E4A58-353D-44AE-B2FC-2A74E2E400F7}"/>
          </ac:spMkLst>
        </pc:spChg>
        <pc:spChg chg="add">
          <ac:chgData name="Olena Manziuk" userId="df04b2ca-ee6f-40c0-a3e0-74bf451e7620" providerId="ADAL" clId="{4C92171E-7321-4CA6-B35E-B4137202CD69}" dt="2026-05-09T13:45:41.927" v="3088" actId="26606"/>
          <ac:spMkLst>
            <pc:docMk/>
            <pc:sldMk cId="2458512757" sldId="277"/>
            <ac:spMk id="17" creationId="{A2679492-7988-4050-9056-542444452411}"/>
          </ac:spMkLst>
        </pc:spChg>
        <pc:spChg chg="add">
          <ac:chgData name="Olena Manziuk" userId="df04b2ca-ee6f-40c0-a3e0-74bf451e7620" providerId="ADAL" clId="{4C92171E-7321-4CA6-B35E-B4137202CD69}" dt="2026-05-09T13:45:41.927" v="3088" actId="26606"/>
          <ac:spMkLst>
            <pc:docMk/>
            <pc:sldMk cId="2458512757" sldId="277"/>
            <ac:spMk id="19" creationId="{B091B163-7D61-4891-ABCF-5C13D9C418D0}"/>
          </ac:spMkLst>
        </pc:spChg>
        <pc:grpChg chg="add">
          <ac:chgData name="Olena Manziuk" userId="df04b2ca-ee6f-40c0-a3e0-74bf451e7620" providerId="ADAL" clId="{4C92171E-7321-4CA6-B35E-B4137202CD69}" dt="2026-05-09T13:45:41.927" v="3088" actId="26606"/>
          <ac:grpSpMkLst>
            <pc:docMk/>
            <pc:sldMk cId="2458512757" sldId="277"/>
            <ac:grpSpMk id="21" creationId="{0474DF76-993E-44DE-AFB0-C416182ACECF}"/>
          </ac:grpSpMkLst>
        </pc:grpChg>
        <pc:cxnChg chg="add">
          <ac:chgData name="Olena Manziuk" userId="df04b2ca-ee6f-40c0-a3e0-74bf451e7620" providerId="ADAL" clId="{4C92171E-7321-4CA6-B35E-B4137202CD69}" dt="2026-05-09T13:45:41.927" v="3088" actId="26606"/>
          <ac:cxnSpMkLst>
            <pc:docMk/>
            <pc:sldMk cId="2458512757" sldId="277"/>
            <ac:cxnSpMk id="26" creationId="{C49DA8F6-BCC1-4447-B54C-57856834B94B}"/>
          </ac:cxnSpMkLst>
        </pc:cxnChg>
      </pc:sldChg>
      <pc:sldChg chg="addSp delSp modSp new mod setBg">
        <pc:chgData name="Olena Manziuk" userId="df04b2ca-ee6f-40c0-a3e0-74bf451e7620" providerId="ADAL" clId="{4C92171E-7321-4CA6-B35E-B4137202CD69}" dt="2026-05-09T13:45:48.520" v="3089" actId="26606"/>
        <pc:sldMkLst>
          <pc:docMk/>
          <pc:sldMk cId="2806909163" sldId="278"/>
        </pc:sldMkLst>
        <pc:spChg chg="mod">
          <ac:chgData name="Olena Manziuk" userId="df04b2ca-ee6f-40c0-a3e0-74bf451e7620" providerId="ADAL" clId="{4C92171E-7321-4CA6-B35E-B4137202CD69}" dt="2026-05-09T13:45:48.520" v="3089" actId="26606"/>
          <ac:spMkLst>
            <pc:docMk/>
            <pc:sldMk cId="2806909163" sldId="278"/>
            <ac:spMk id="2" creationId="{8AB02036-E50B-50C2-7244-8FF3C04D0E10}"/>
          </ac:spMkLst>
        </pc:spChg>
        <pc:spChg chg="mod">
          <ac:chgData name="Olena Manziuk" userId="df04b2ca-ee6f-40c0-a3e0-74bf451e7620" providerId="ADAL" clId="{4C92171E-7321-4CA6-B35E-B4137202CD69}" dt="2026-05-09T13:45:48.520" v="3089" actId="26606"/>
          <ac:spMkLst>
            <pc:docMk/>
            <pc:sldMk cId="2806909163" sldId="278"/>
            <ac:spMk id="3" creationId="{1F8C2FB1-7112-CD1D-A681-B06B95479628}"/>
          </ac:spMkLst>
        </pc:spChg>
        <pc:spChg chg="add del">
          <ac:chgData name="Olena Manziuk" userId="df04b2ca-ee6f-40c0-a3e0-74bf451e7620" providerId="ADAL" clId="{4C92171E-7321-4CA6-B35E-B4137202CD69}" dt="2026-05-09T13:45:48.520" v="3089" actId="26606"/>
          <ac:spMkLst>
            <pc:docMk/>
            <pc:sldMk cId="2806909163" sldId="278"/>
            <ac:spMk id="8" creationId="{389575E1-3389-451A-A5F7-27854C25C599}"/>
          </ac:spMkLst>
        </pc:spChg>
        <pc:spChg chg="add del">
          <ac:chgData name="Olena Manziuk" userId="df04b2ca-ee6f-40c0-a3e0-74bf451e7620" providerId="ADAL" clId="{4C92171E-7321-4CA6-B35E-B4137202CD69}" dt="2026-05-09T13:45:48.520" v="3089" actId="26606"/>
          <ac:spMkLst>
            <pc:docMk/>
            <pc:sldMk cId="2806909163" sldId="278"/>
            <ac:spMk id="10" creationId="{A53CCC5C-D88E-40FB-B30B-23DCDBD01D37}"/>
          </ac:spMkLst>
        </pc:spChg>
        <pc:spChg chg="add del">
          <ac:chgData name="Olena Manziuk" userId="df04b2ca-ee6f-40c0-a3e0-74bf451e7620" providerId="ADAL" clId="{4C92171E-7321-4CA6-B35E-B4137202CD69}" dt="2026-05-09T13:45:48.520" v="3089" actId="26606"/>
          <ac:spMkLst>
            <pc:docMk/>
            <pc:sldMk cId="2806909163" sldId="278"/>
            <ac:spMk id="12" creationId="{081E4A58-353D-44AE-B2FC-2A74E2E400F7}"/>
          </ac:spMkLst>
        </pc:spChg>
        <pc:spChg chg="add">
          <ac:chgData name="Olena Manziuk" userId="df04b2ca-ee6f-40c0-a3e0-74bf451e7620" providerId="ADAL" clId="{4C92171E-7321-4CA6-B35E-B4137202CD69}" dt="2026-05-09T13:45:48.520" v="3089" actId="26606"/>
          <ac:spMkLst>
            <pc:docMk/>
            <pc:sldMk cId="2806909163" sldId="278"/>
            <ac:spMk id="17" creationId="{A2679492-7988-4050-9056-542444452411}"/>
          </ac:spMkLst>
        </pc:spChg>
        <pc:spChg chg="add">
          <ac:chgData name="Olena Manziuk" userId="df04b2ca-ee6f-40c0-a3e0-74bf451e7620" providerId="ADAL" clId="{4C92171E-7321-4CA6-B35E-B4137202CD69}" dt="2026-05-09T13:45:48.520" v="3089" actId="26606"/>
          <ac:spMkLst>
            <pc:docMk/>
            <pc:sldMk cId="2806909163" sldId="278"/>
            <ac:spMk id="19" creationId="{B091B163-7D61-4891-ABCF-5C13D9C418D0}"/>
          </ac:spMkLst>
        </pc:spChg>
        <pc:grpChg chg="add">
          <ac:chgData name="Olena Manziuk" userId="df04b2ca-ee6f-40c0-a3e0-74bf451e7620" providerId="ADAL" clId="{4C92171E-7321-4CA6-B35E-B4137202CD69}" dt="2026-05-09T13:45:48.520" v="3089" actId="26606"/>
          <ac:grpSpMkLst>
            <pc:docMk/>
            <pc:sldMk cId="2806909163" sldId="278"/>
            <ac:grpSpMk id="21" creationId="{0474DF76-993E-44DE-AFB0-C416182ACECF}"/>
          </ac:grpSpMkLst>
        </pc:grpChg>
        <pc:cxnChg chg="add">
          <ac:chgData name="Olena Manziuk" userId="df04b2ca-ee6f-40c0-a3e0-74bf451e7620" providerId="ADAL" clId="{4C92171E-7321-4CA6-B35E-B4137202CD69}" dt="2026-05-09T13:45:48.520" v="3089" actId="26606"/>
          <ac:cxnSpMkLst>
            <pc:docMk/>
            <pc:sldMk cId="2806909163" sldId="278"/>
            <ac:cxnSpMk id="26" creationId="{C49DA8F6-BCC1-4447-B54C-57856834B94B}"/>
          </ac:cxnSpMkLst>
        </pc:cxnChg>
      </pc:sldChg>
      <pc:sldChg chg="addSp modSp new mod setBg">
        <pc:chgData name="Olena Manziuk" userId="df04b2ca-ee6f-40c0-a3e0-74bf451e7620" providerId="ADAL" clId="{4C92171E-7321-4CA6-B35E-B4137202CD69}" dt="2026-04-22T09:41:10.837" v="1969" actId="255"/>
        <pc:sldMkLst>
          <pc:docMk/>
          <pc:sldMk cId="322869955" sldId="279"/>
        </pc:sldMkLst>
        <pc:spChg chg="mod">
          <ac:chgData name="Olena Manziuk" userId="df04b2ca-ee6f-40c0-a3e0-74bf451e7620" providerId="ADAL" clId="{4C92171E-7321-4CA6-B35E-B4137202CD69}" dt="2026-04-22T09:40:08.055" v="1965" actId="26606"/>
          <ac:spMkLst>
            <pc:docMk/>
            <pc:sldMk cId="322869955" sldId="279"/>
            <ac:spMk id="2" creationId="{C5DD2114-5D56-E443-C3DB-CD6F27C7E125}"/>
          </ac:spMkLst>
        </pc:spChg>
        <pc:spChg chg="mod">
          <ac:chgData name="Olena Manziuk" userId="df04b2ca-ee6f-40c0-a3e0-74bf451e7620" providerId="ADAL" clId="{4C92171E-7321-4CA6-B35E-B4137202CD69}" dt="2026-04-22T09:41:10.837" v="1969" actId="255"/>
          <ac:spMkLst>
            <pc:docMk/>
            <pc:sldMk cId="322869955" sldId="279"/>
            <ac:spMk id="3" creationId="{A273F0DC-7B8B-884F-005D-FDB6B1E54F01}"/>
          </ac:spMkLst>
        </pc:spChg>
        <pc:spChg chg="add">
          <ac:chgData name="Olena Manziuk" userId="df04b2ca-ee6f-40c0-a3e0-74bf451e7620" providerId="ADAL" clId="{4C92171E-7321-4CA6-B35E-B4137202CD69}" dt="2026-04-22T09:40:08.055" v="1965" actId="26606"/>
          <ac:spMkLst>
            <pc:docMk/>
            <pc:sldMk cId="322869955" sldId="279"/>
            <ac:spMk id="8" creationId="{907EF6B7-1338-4443-8C46-6A318D952DFD}"/>
          </ac:spMkLst>
        </pc:spChg>
        <pc:spChg chg="add">
          <ac:chgData name="Olena Manziuk" userId="df04b2ca-ee6f-40c0-a3e0-74bf451e7620" providerId="ADAL" clId="{4C92171E-7321-4CA6-B35E-B4137202CD69}" dt="2026-04-22T09:40:08.055" v="1965" actId="26606"/>
          <ac:spMkLst>
            <pc:docMk/>
            <pc:sldMk cId="322869955" sldId="279"/>
            <ac:spMk id="10" creationId="{DAAE4CDD-124C-4DCF-9584-B6033B545DD5}"/>
          </ac:spMkLst>
        </pc:spChg>
        <pc:spChg chg="add">
          <ac:chgData name="Olena Manziuk" userId="df04b2ca-ee6f-40c0-a3e0-74bf451e7620" providerId="ADAL" clId="{4C92171E-7321-4CA6-B35E-B4137202CD69}" dt="2026-04-22T09:40:08.055" v="1965" actId="26606"/>
          <ac:spMkLst>
            <pc:docMk/>
            <pc:sldMk cId="322869955" sldId="279"/>
            <ac:spMk id="12" creationId="{081E4A58-353D-44AE-B2FC-2A74E2E400F7}"/>
          </ac:spMkLst>
        </pc:spChg>
      </pc:sldChg>
      <pc:sldChg chg="addSp delSp modSp new del mod setBg">
        <pc:chgData name="Olena Manziuk" userId="df04b2ca-ee6f-40c0-a3e0-74bf451e7620" providerId="ADAL" clId="{4C92171E-7321-4CA6-B35E-B4137202CD69}" dt="2026-05-09T13:45:16.500" v="3087" actId="2696"/>
        <pc:sldMkLst>
          <pc:docMk/>
          <pc:sldMk cId="1696408991" sldId="280"/>
        </pc:sldMkLst>
      </pc:sldChg>
      <pc:sldChg chg="addSp delSp modSp new mod setBg modNotesTx">
        <pc:chgData name="Olena Manziuk" userId="df04b2ca-ee6f-40c0-a3e0-74bf451e7620" providerId="ADAL" clId="{4C92171E-7321-4CA6-B35E-B4137202CD69}" dt="2026-05-09T13:13:19.316" v="2613"/>
        <pc:sldMkLst>
          <pc:docMk/>
          <pc:sldMk cId="825212950" sldId="281"/>
        </pc:sldMkLst>
        <pc:spChg chg="mod">
          <ac:chgData name="Olena Manziuk" userId="df04b2ca-ee6f-40c0-a3e0-74bf451e7620" providerId="ADAL" clId="{4C92171E-7321-4CA6-B35E-B4137202CD69}" dt="2026-05-09T13:13:10.694" v="2612" actId="26606"/>
          <ac:spMkLst>
            <pc:docMk/>
            <pc:sldMk cId="825212950" sldId="281"/>
            <ac:spMk id="2" creationId="{9AA1E2D9-1677-BD75-59CF-D172B80DC1EE}"/>
          </ac:spMkLst>
        </pc:spChg>
        <pc:spChg chg="add del mod">
          <ac:chgData name="Olena Manziuk" userId="df04b2ca-ee6f-40c0-a3e0-74bf451e7620" providerId="ADAL" clId="{4C92171E-7321-4CA6-B35E-B4137202CD69}" dt="2026-05-09T13:05:41.277" v="2351" actId="22"/>
          <ac:spMkLst>
            <pc:docMk/>
            <pc:sldMk cId="825212950" sldId="281"/>
            <ac:spMk id="3" creationId="{45F3A858-5453-10AF-2068-CEA891AFD7EA}"/>
          </ac:spMkLst>
        </pc:spChg>
        <pc:spChg chg="add">
          <ac:chgData name="Olena Manziuk" userId="df04b2ca-ee6f-40c0-a3e0-74bf451e7620" providerId="ADAL" clId="{4C92171E-7321-4CA6-B35E-B4137202CD69}" dt="2026-05-09T13:13:10.694" v="2612" actId="26606"/>
          <ac:spMkLst>
            <pc:docMk/>
            <pc:sldMk cId="825212950" sldId="281"/>
            <ac:spMk id="9" creationId="{32AEEBC8-9D30-42EF-95F2-386C2653FBF0}"/>
          </ac:spMkLst>
        </pc:spChg>
        <pc:spChg chg="add del">
          <ac:chgData name="Olena Manziuk" userId="df04b2ca-ee6f-40c0-a3e0-74bf451e7620" providerId="ADAL" clId="{4C92171E-7321-4CA6-B35E-B4137202CD69}" dt="2026-05-09T13:04:48.413" v="2299" actId="26606"/>
          <ac:spMkLst>
            <pc:docMk/>
            <pc:sldMk cId="825212950" sldId="281"/>
            <ac:spMk id="10" creationId="{A8384FB5-9ADC-4DDC-881B-597D56F5B15D}"/>
          </ac:spMkLst>
        </pc:spChg>
        <pc:spChg chg="add del">
          <ac:chgData name="Olena Manziuk" userId="df04b2ca-ee6f-40c0-a3e0-74bf451e7620" providerId="ADAL" clId="{4C92171E-7321-4CA6-B35E-B4137202CD69}" dt="2026-05-09T13:12:24.689" v="2602" actId="26606"/>
          <ac:spMkLst>
            <pc:docMk/>
            <pc:sldMk cId="825212950" sldId="281"/>
            <ac:spMk id="11" creationId="{1A05FE7B-1F50-75D1-898B-BE031205327B}"/>
          </ac:spMkLst>
        </pc:spChg>
        <pc:spChg chg="add del">
          <ac:chgData name="Olena Manziuk" userId="df04b2ca-ee6f-40c0-a3e0-74bf451e7620" providerId="ADAL" clId="{4C92171E-7321-4CA6-B35E-B4137202CD69}" dt="2026-05-09T13:04:48.413" v="2299" actId="26606"/>
          <ac:spMkLst>
            <pc:docMk/>
            <pc:sldMk cId="825212950" sldId="281"/>
            <ac:spMk id="12" creationId="{1199E1B1-A8C0-4FE8-A5A8-1CB41D69F857}"/>
          </ac:spMkLst>
        </pc:spChg>
        <pc:spChg chg="add del">
          <ac:chgData name="Olena Manziuk" userId="df04b2ca-ee6f-40c0-a3e0-74bf451e7620" providerId="ADAL" clId="{4C92171E-7321-4CA6-B35E-B4137202CD69}" dt="2026-05-09T13:12:55.200" v="2610" actId="26606"/>
          <ac:spMkLst>
            <pc:docMk/>
            <pc:sldMk cId="825212950" sldId="281"/>
            <ac:spMk id="13" creationId="{9DF21DD7-21AC-CBAF-3072-0CB7C021B991}"/>
          </ac:spMkLst>
        </pc:spChg>
        <pc:spChg chg="add del">
          <ac:chgData name="Olena Manziuk" userId="df04b2ca-ee6f-40c0-a3e0-74bf451e7620" providerId="ADAL" clId="{4C92171E-7321-4CA6-B35E-B4137202CD69}" dt="2026-05-09T13:04:48.413" v="2299" actId="26606"/>
          <ac:spMkLst>
            <pc:docMk/>
            <pc:sldMk cId="825212950" sldId="281"/>
            <ac:spMk id="14" creationId="{84A8DE83-DE75-4B41-9DB4-A7EC0B0DEC0B}"/>
          </ac:spMkLst>
        </pc:spChg>
        <pc:spChg chg="add del">
          <ac:chgData name="Olena Manziuk" userId="df04b2ca-ee6f-40c0-a3e0-74bf451e7620" providerId="ADAL" clId="{4C92171E-7321-4CA6-B35E-B4137202CD69}" dt="2026-05-09T13:04:48.413" v="2299" actId="26606"/>
          <ac:spMkLst>
            <pc:docMk/>
            <pc:sldMk cId="825212950" sldId="281"/>
            <ac:spMk id="16" creationId="{A7009A0A-BEF5-4EAC-AF15-E4F9F002E239}"/>
          </ac:spMkLst>
        </pc:spChg>
        <pc:spChg chg="add">
          <ac:chgData name="Olena Manziuk" userId="df04b2ca-ee6f-40c0-a3e0-74bf451e7620" providerId="ADAL" clId="{4C92171E-7321-4CA6-B35E-B4137202CD69}" dt="2026-05-09T13:13:10.694" v="2612" actId="26606"/>
          <ac:spMkLst>
            <pc:docMk/>
            <pc:sldMk cId="825212950" sldId="281"/>
            <ac:spMk id="19" creationId="{2E92FA66-67D7-4CB4-94D3-E643A9AD4757}"/>
          </ac:spMkLst>
        </pc:spChg>
        <pc:spChg chg="add mod">
          <ac:chgData name="Olena Manziuk" userId="df04b2ca-ee6f-40c0-a3e0-74bf451e7620" providerId="ADAL" clId="{4C92171E-7321-4CA6-B35E-B4137202CD69}" dt="2026-05-09T13:13:19.316" v="2613"/>
          <ac:spMkLst>
            <pc:docMk/>
            <pc:sldMk cId="825212950" sldId="281"/>
            <ac:spMk id="20" creationId="{9CAF9995-3CAD-E22A-717F-3A61794948D5}"/>
          </ac:spMkLst>
        </pc:spChg>
        <pc:grpChg chg="add del">
          <ac:chgData name="Olena Manziuk" userId="df04b2ca-ee6f-40c0-a3e0-74bf451e7620" providerId="ADAL" clId="{4C92171E-7321-4CA6-B35E-B4137202CD69}" dt="2026-05-09T13:12:55.200" v="2610" actId="26606"/>
          <ac:grpSpMkLst>
            <pc:docMk/>
            <pc:sldMk cId="825212950" sldId="281"/>
            <ac:grpSpMk id="17" creationId="{F2221BB3-7B5D-C899-7745-66D7AC3232A7}"/>
          </ac:grpSpMkLst>
        </pc:grpChg>
        <pc:picChg chg="add del mod ord">
          <ac:chgData name="Olena Manziuk" userId="df04b2ca-ee6f-40c0-a3e0-74bf451e7620" providerId="ADAL" clId="{4C92171E-7321-4CA6-B35E-B4137202CD69}" dt="2026-05-09T13:04:50.276" v="2300" actId="22"/>
          <ac:picMkLst>
            <pc:docMk/>
            <pc:sldMk cId="825212950" sldId="281"/>
            <ac:picMk id="5" creationId="{5439D947-13E4-ECCB-FD65-1195C6C91CE5}"/>
          </ac:picMkLst>
        </pc:picChg>
        <pc:picChg chg="add mod ord">
          <ac:chgData name="Olena Manziuk" userId="df04b2ca-ee6f-40c0-a3e0-74bf451e7620" providerId="ADAL" clId="{4C92171E-7321-4CA6-B35E-B4137202CD69}" dt="2026-05-09T13:13:10.694" v="2612" actId="26606"/>
          <ac:picMkLst>
            <pc:docMk/>
            <pc:sldMk cId="825212950" sldId="281"/>
            <ac:picMk id="7" creationId="{F3D40E1A-40CC-28E1-C200-904822ECE2C7}"/>
          </ac:picMkLst>
        </pc:picChg>
      </pc:sldChg>
      <pc:sldChg chg="new del">
        <pc:chgData name="Olena Manziuk" userId="df04b2ca-ee6f-40c0-a3e0-74bf451e7620" providerId="ADAL" clId="{4C92171E-7321-4CA6-B35E-B4137202CD69}" dt="2026-05-09T13:12:55.754" v="2611" actId="680"/>
        <pc:sldMkLst>
          <pc:docMk/>
          <pc:sldMk cId="1863730099" sldId="282"/>
        </pc:sldMkLst>
      </pc:sldChg>
      <pc:sldChg chg="addSp delSp modSp new mod setBg modNotesTx">
        <pc:chgData name="Olena Manziuk" userId="df04b2ca-ee6f-40c0-a3e0-74bf451e7620" providerId="ADAL" clId="{4C92171E-7321-4CA6-B35E-B4137202CD69}" dt="2026-05-09T13:20:05.714" v="2693" actId="20577"/>
        <pc:sldMkLst>
          <pc:docMk/>
          <pc:sldMk cId="2022386879" sldId="282"/>
        </pc:sldMkLst>
        <pc:spChg chg="mod">
          <ac:chgData name="Olena Manziuk" userId="df04b2ca-ee6f-40c0-a3e0-74bf451e7620" providerId="ADAL" clId="{4C92171E-7321-4CA6-B35E-B4137202CD69}" dt="2026-05-09T13:17:21.488" v="2647" actId="26606"/>
          <ac:spMkLst>
            <pc:docMk/>
            <pc:sldMk cId="2022386879" sldId="282"/>
            <ac:spMk id="2" creationId="{DDF5ED3C-A764-5CC3-4A5A-30DD1504D406}"/>
          </ac:spMkLst>
        </pc:spChg>
        <pc:spChg chg="mod">
          <ac:chgData name="Olena Manziuk" userId="df04b2ca-ee6f-40c0-a3e0-74bf451e7620" providerId="ADAL" clId="{4C92171E-7321-4CA6-B35E-B4137202CD69}" dt="2026-05-09T13:17:52.443" v="2649" actId="255"/>
          <ac:spMkLst>
            <pc:docMk/>
            <pc:sldMk cId="2022386879" sldId="282"/>
            <ac:spMk id="3" creationId="{073B4B44-C2FB-489D-6FC8-93CE3CE021B1}"/>
          </ac:spMkLst>
        </pc:spChg>
        <pc:spChg chg="add del">
          <ac:chgData name="Olena Manziuk" userId="df04b2ca-ee6f-40c0-a3e0-74bf451e7620" providerId="ADAL" clId="{4C92171E-7321-4CA6-B35E-B4137202CD69}" dt="2026-05-09T13:17:21.488" v="2647" actId="26606"/>
          <ac:spMkLst>
            <pc:docMk/>
            <pc:sldMk cId="2022386879" sldId="282"/>
            <ac:spMk id="16" creationId="{E6995CE5-F890-4ABA-82A2-26507CE8D2A3}"/>
          </ac:spMkLst>
        </pc:spChg>
        <pc:spChg chg="add del">
          <ac:chgData name="Olena Manziuk" userId="df04b2ca-ee6f-40c0-a3e0-74bf451e7620" providerId="ADAL" clId="{4C92171E-7321-4CA6-B35E-B4137202CD69}" dt="2026-05-09T13:17:21.488" v="2647" actId="26606"/>
          <ac:spMkLst>
            <pc:docMk/>
            <pc:sldMk cId="2022386879" sldId="282"/>
            <ac:spMk id="17" creationId="{058A14AF-9FB5-4CC7-BA35-E8E85D3EDF0E}"/>
          </ac:spMkLst>
        </pc:spChg>
        <pc:spChg chg="add del">
          <ac:chgData name="Olena Manziuk" userId="df04b2ca-ee6f-40c0-a3e0-74bf451e7620" providerId="ADAL" clId="{4C92171E-7321-4CA6-B35E-B4137202CD69}" dt="2026-05-09T13:17:21.488" v="2647" actId="26606"/>
          <ac:spMkLst>
            <pc:docMk/>
            <pc:sldMk cId="2022386879" sldId="282"/>
            <ac:spMk id="18" creationId="{3A9A4357-BD1D-4622-A4FE-766E6AB8DE84}"/>
          </ac:spMkLst>
        </pc:spChg>
        <pc:spChg chg="add del">
          <ac:chgData name="Olena Manziuk" userId="df04b2ca-ee6f-40c0-a3e0-74bf451e7620" providerId="ADAL" clId="{4C92171E-7321-4CA6-B35E-B4137202CD69}" dt="2026-05-09T13:17:21.488" v="2647" actId="26606"/>
          <ac:spMkLst>
            <pc:docMk/>
            <pc:sldMk cId="2022386879" sldId="282"/>
            <ac:spMk id="19" creationId="{E659831F-0D9A-4C63-9EBB-8435B85A440F}"/>
          </ac:spMkLst>
        </pc:spChg>
        <pc:spChg chg="add del">
          <ac:chgData name="Olena Manziuk" userId="df04b2ca-ee6f-40c0-a3e0-74bf451e7620" providerId="ADAL" clId="{4C92171E-7321-4CA6-B35E-B4137202CD69}" dt="2026-05-09T13:17:21.488" v="2647" actId="26606"/>
          <ac:spMkLst>
            <pc:docMk/>
            <pc:sldMk cId="2022386879" sldId="282"/>
            <ac:spMk id="24" creationId="{058A14AF-9FB5-4CC7-BA35-E8E85D3EDF0E}"/>
          </ac:spMkLst>
        </pc:spChg>
        <pc:spChg chg="add del">
          <ac:chgData name="Olena Manziuk" userId="df04b2ca-ee6f-40c0-a3e0-74bf451e7620" providerId="ADAL" clId="{4C92171E-7321-4CA6-B35E-B4137202CD69}" dt="2026-05-09T13:17:21.488" v="2647" actId="26606"/>
          <ac:spMkLst>
            <pc:docMk/>
            <pc:sldMk cId="2022386879" sldId="282"/>
            <ac:spMk id="26" creationId="{3A9A4357-BD1D-4622-A4FE-766E6AB8DE84}"/>
          </ac:spMkLst>
        </pc:spChg>
        <pc:spChg chg="add del">
          <ac:chgData name="Olena Manziuk" userId="df04b2ca-ee6f-40c0-a3e0-74bf451e7620" providerId="ADAL" clId="{4C92171E-7321-4CA6-B35E-B4137202CD69}" dt="2026-05-09T13:17:21.488" v="2647" actId="26606"/>
          <ac:spMkLst>
            <pc:docMk/>
            <pc:sldMk cId="2022386879" sldId="282"/>
            <ac:spMk id="28" creationId="{E659831F-0D9A-4C63-9EBB-8435B85A440F}"/>
          </ac:spMkLst>
        </pc:spChg>
        <pc:spChg chg="add del">
          <ac:chgData name="Olena Manziuk" userId="df04b2ca-ee6f-40c0-a3e0-74bf451e7620" providerId="ADAL" clId="{4C92171E-7321-4CA6-B35E-B4137202CD69}" dt="2026-05-09T13:17:21.488" v="2647" actId="26606"/>
          <ac:spMkLst>
            <pc:docMk/>
            <pc:sldMk cId="2022386879" sldId="282"/>
            <ac:spMk id="30" creationId="{E6995CE5-F890-4ABA-82A2-26507CE8D2A3}"/>
          </ac:spMkLst>
        </pc:spChg>
        <pc:grpChg chg="add del">
          <ac:chgData name="Olena Manziuk" userId="df04b2ca-ee6f-40c0-a3e0-74bf451e7620" providerId="ADAL" clId="{4C92171E-7321-4CA6-B35E-B4137202CD69}" dt="2026-05-09T13:15:48.559" v="2627" actId="26606"/>
          <ac:grpSpMkLst>
            <pc:docMk/>
            <pc:sldMk cId="2022386879" sldId="282"/>
            <ac:grpSpMk id="10" creationId="{114ED94A-C85D-4CD3-4205-438D21CE6B38}"/>
          </ac:grpSpMkLst>
        </pc:grpChg>
        <pc:picChg chg="add mod">
          <ac:chgData name="Olena Manziuk" userId="df04b2ca-ee6f-40c0-a3e0-74bf451e7620" providerId="ADAL" clId="{4C92171E-7321-4CA6-B35E-B4137202CD69}" dt="2026-05-09T13:16:32.441" v="2633" actId="14100"/>
          <ac:picMkLst>
            <pc:docMk/>
            <pc:sldMk cId="2022386879" sldId="282"/>
            <ac:picMk id="5" creationId="{CF6AA4F1-CA1D-80BA-A547-E48D911931A9}"/>
          </ac:picMkLst>
        </pc:picChg>
      </pc:sldChg>
      <pc:sldChg chg="addSp delSp modSp new mod setBg">
        <pc:chgData name="Olena Manziuk" userId="df04b2ca-ee6f-40c0-a3e0-74bf451e7620" providerId="ADAL" clId="{4C92171E-7321-4CA6-B35E-B4137202CD69}" dt="2026-05-09T13:29:08.998" v="2892" actId="6549"/>
        <pc:sldMkLst>
          <pc:docMk/>
          <pc:sldMk cId="3172030835" sldId="283"/>
        </pc:sldMkLst>
        <pc:spChg chg="mod">
          <ac:chgData name="Olena Manziuk" userId="df04b2ca-ee6f-40c0-a3e0-74bf451e7620" providerId="ADAL" clId="{4C92171E-7321-4CA6-B35E-B4137202CD69}" dt="2026-05-09T13:28:16.123" v="2878" actId="26606"/>
          <ac:spMkLst>
            <pc:docMk/>
            <pc:sldMk cId="3172030835" sldId="283"/>
            <ac:spMk id="2" creationId="{4AEC3367-29A1-50A5-B97E-760D7EBAEA7A}"/>
          </ac:spMkLst>
        </pc:spChg>
        <pc:spChg chg="mod">
          <ac:chgData name="Olena Manziuk" userId="df04b2ca-ee6f-40c0-a3e0-74bf451e7620" providerId="ADAL" clId="{4C92171E-7321-4CA6-B35E-B4137202CD69}" dt="2026-05-09T13:29:08.998" v="2892" actId="6549"/>
          <ac:spMkLst>
            <pc:docMk/>
            <pc:sldMk cId="3172030835" sldId="283"/>
            <ac:spMk id="3" creationId="{86AC44CD-04A4-567E-0E84-8F84CD6D444A}"/>
          </ac:spMkLst>
        </pc:spChg>
        <pc:spChg chg="add del">
          <ac:chgData name="Olena Manziuk" userId="df04b2ca-ee6f-40c0-a3e0-74bf451e7620" providerId="ADAL" clId="{4C92171E-7321-4CA6-B35E-B4137202CD69}" dt="2026-05-09T13:28:16.123" v="2878" actId="26606"/>
          <ac:spMkLst>
            <pc:docMk/>
            <pc:sldMk cId="3172030835" sldId="283"/>
            <ac:spMk id="8" creationId="{DBF61EA3-B236-439E-9C0B-340980D56BEE}"/>
          </ac:spMkLst>
        </pc:spChg>
        <pc:spChg chg="add del">
          <ac:chgData name="Olena Manziuk" userId="df04b2ca-ee6f-40c0-a3e0-74bf451e7620" providerId="ADAL" clId="{4C92171E-7321-4CA6-B35E-B4137202CD69}" dt="2026-05-09T13:28:16.123" v="2878" actId="26606"/>
          <ac:spMkLst>
            <pc:docMk/>
            <pc:sldMk cId="3172030835" sldId="283"/>
            <ac:spMk id="14" creationId="{E659831F-0D9A-4C63-9EBB-8435B85A440F}"/>
          </ac:spMkLst>
        </pc:spChg>
        <pc:spChg chg="add">
          <ac:chgData name="Olena Manziuk" userId="df04b2ca-ee6f-40c0-a3e0-74bf451e7620" providerId="ADAL" clId="{4C92171E-7321-4CA6-B35E-B4137202CD69}" dt="2026-05-09T13:28:16.123" v="2878" actId="26606"/>
          <ac:spMkLst>
            <pc:docMk/>
            <pc:sldMk cId="3172030835" sldId="283"/>
            <ac:spMk id="19" creationId="{DBF61EA3-B236-439E-9C0B-340980D56BEE}"/>
          </ac:spMkLst>
        </pc:spChg>
        <pc:spChg chg="add">
          <ac:chgData name="Olena Manziuk" userId="df04b2ca-ee6f-40c0-a3e0-74bf451e7620" providerId="ADAL" clId="{4C92171E-7321-4CA6-B35E-B4137202CD69}" dt="2026-05-09T13:28:16.123" v="2878" actId="26606"/>
          <ac:spMkLst>
            <pc:docMk/>
            <pc:sldMk cId="3172030835" sldId="283"/>
            <ac:spMk id="25" creationId="{E659831F-0D9A-4C63-9EBB-8435B85A440F}"/>
          </ac:spMkLst>
        </pc:spChg>
        <pc:grpChg chg="add del">
          <ac:chgData name="Olena Manziuk" userId="df04b2ca-ee6f-40c0-a3e0-74bf451e7620" providerId="ADAL" clId="{4C92171E-7321-4CA6-B35E-B4137202CD69}" dt="2026-05-09T13:28:16.123" v="2878" actId="26606"/>
          <ac:grpSpMkLst>
            <pc:docMk/>
            <pc:sldMk cId="3172030835" sldId="283"/>
            <ac:grpSpMk id="10" creationId="{28FAF094-D087-493F-8DF9-A486C2D6BBAA}"/>
          </ac:grpSpMkLst>
        </pc:grpChg>
        <pc:grpChg chg="add">
          <ac:chgData name="Olena Manziuk" userId="df04b2ca-ee6f-40c0-a3e0-74bf451e7620" providerId="ADAL" clId="{4C92171E-7321-4CA6-B35E-B4137202CD69}" dt="2026-05-09T13:28:16.123" v="2878" actId="26606"/>
          <ac:grpSpMkLst>
            <pc:docMk/>
            <pc:sldMk cId="3172030835" sldId="283"/>
            <ac:grpSpMk id="21" creationId="{28FAF094-D087-493F-8DF9-A486C2D6BBAA}"/>
          </ac:grpSpMkLst>
        </pc:grpChg>
      </pc:sldChg>
      <pc:sldChg chg="addSp modSp new mod setBg">
        <pc:chgData name="Olena Manziuk" userId="df04b2ca-ee6f-40c0-a3e0-74bf451e7620" providerId="ADAL" clId="{4C92171E-7321-4CA6-B35E-B4137202CD69}" dt="2026-05-09T13:34:19.287" v="2969" actId="113"/>
        <pc:sldMkLst>
          <pc:docMk/>
          <pc:sldMk cId="2152578028" sldId="284"/>
        </pc:sldMkLst>
        <pc:spChg chg="mod">
          <ac:chgData name="Olena Manziuk" userId="df04b2ca-ee6f-40c0-a3e0-74bf451e7620" providerId="ADAL" clId="{4C92171E-7321-4CA6-B35E-B4137202CD69}" dt="2026-05-09T13:34:04.216" v="2968" actId="20577"/>
          <ac:spMkLst>
            <pc:docMk/>
            <pc:sldMk cId="2152578028" sldId="284"/>
            <ac:spMk id="2" creationId="{7AB3174B-8005-D8AA-28B7-272A154C8597}"/>
          </ac:spMkLst>
        </pc:spChg>
        <pc:spChg chg="mod">
          <ac:chgData name="Olena Manziuk" userId="df04b2ca-ee6f-40c0-a3e0-74bf451e7620" providerId="ADAL" clId="{4C92171E-7321-4CA6-B35E-B4137202CD69}" dt="2026-05-09T13:34:19.287" v="2969" actId="113"/>
          <ac:spMkLst>
            <pc:docMk/>
            <pc:sldMk cId="2152578028" sldId="284"/>
            <ac:spMk id="3" creationId="{0FD92A66-B9D2-BDDE-D98E-B879A1EBD957}"/>
          </ac:spMkLst>
        </pc:spChg>
        <pc:spChg chg="add">
          <ac:chgData name="Olena Manziuk" userId="df04b2ca-ee6f-40c0-a3e0-74bf451e7620" providerId="ADAL" clId="{4C92171E-7321-4CA6-B35E-B4137202CD69}" dt="2026-05-09T13:30:55.385" v="2904" actId="26606"/>
          <ac:spMkLst>
            <pc:docMk/>
            <pc:sldMk cId="2152578028" sldId="284"/>
            <ac:spMk id="10" creationId="{32AEEBC8-9D30-42EF-95F2-386C2653FBF0}"/>
          </ac:spMkLst>
        </pc:spChg>
        <pc:spChg chg="add">
          <ac:chgData name="Olena Manziuk" userId="df04b2ca-ee6f-40c0-a3e0-74bf451e7620" providerId="ADAL" clId="{4C92171E-7321-4CA6-B35E-B4137202CD69}" dt="2026-05-09T13:30:55.385" v="2904" actId="26606"/>
          <ac:spMkLst>
            <pc:docMk/>
            <pc:sldMk cId="2152578028" sldId="284"/>
            <ac:spMk id="12" creationId="{2E92FA66-67D7-4CB4-94D3-E643A9AD4757}"/>
          </ac:spMkLst>
        </pc:spChg>
        <pc:picChg chg="add mod">
          <ac:chgData name="Olena Manziuk" userId="df04b2ca-ee6f-40c0-a3e0-74bf451e7620" providerId="ADAL" clId="{4C92171E-7321-4CA6-B35E-B4137202CD69}" dt="2026-05-09T13:32:42.953" v="2915" actId="1076"/>
          <ac:picMkLst>
            <pc:docMk/>
            <pc:sldMk cId="2152578028" sldId="284"/>
            <ac:picMk id="5" creationId="{88130A83-2970-43C3-FF91-47AE94871798}"/>
          </ac:picMkLst>
        </pc:picChg>
      </pc:sldChg>
      <pc:sldChg chg="addSp delSp modSp new mod setBg modNotesTx">
        <pc:chgData name="Olena Manziuk" userId="df04b2ca-ee6f-40c0-a3e0-74bf451e7620" providerId="ADAL" clId="{4C92171E-7321-4CA6-B35E-B4137202CD69}" dt="2026-05-09T13:38:20.093" v="3008"/>
        <pc:sldMkLst>
          <pc:docMk/>
          <pc:sldMk cId="2570115116" sldId="285"/>
        </pc:sldMkLst>
        <pc:spChg chg="mod">
          <ac:chgData name="Olena Manziuk" userId="df04b2ca-ee6f-40c0-a3e0-74bf451e7620" providerId="ADAL" clId="{4C92171E-7321-4CA6-B35E-B4137202CD69}" dt="2026-05-09T13:36:45.877" v="2994" actId="20577"/>
          <ac:spMkLst>
            <pc:docMk/>
            <pc:sldMk cId="2570115116" sldId="285"/>
            <ac:spMk id="2" creationId="{FB9B34FD-8F44-3FE6-39BB-365F473242EE}"/>
          </ac:spMkLst>
        </pc:spChg>
        <pc:spChg chg="del">
          <ac:chgData name="Olena Manziuk" userId="df04b2ca-ee6f-40c0-a3e0-74bf451e7620" providerId="ADAL" clId="{4C92171E-7321-4CA6-B35E-B4137202CD69}" dt="2026-05-09T13:35:37.125" v="2973"/>
          <ac:spMkLst>
            <pc:docMk/>
            <pc:sldMk cId="2570115116" sldId="285"/>
            <ac:spMk id="3" creationId="{CD0C95B8-E272-F191-D5EC-D094B8894F55}"/>
          </ac:spMkLst>
        </pc:spChg>
        <pc:spChg chg="add del">
          <ac:chgData name="Olena Manziuk" userId="df04b2ca-ee6f-40c0-a3e0-74bf451e7620" providerId="ADAL" clId="{4C92171E-7321-4CA6-B35E-B4137202CD69}" dt="2026-05-09T13:35:43.599" v="2975" actId="26606"/>
          <ac:spMkLst>
            <pc:docMk/>
            <pc:sldMk cId="2570115116" sldId="285"/>
            <ac:spMk id="9" creationId="{FD190D96-A812-ECD3-A1C8-E57DCBE43BA1}"/>
          </ac:spMkLst>
        </pc:spChg>
        <pc:spChg chg="add del">
          <ac:chgData name="Olena Manziuk" userId="df04b2ca-ee6f-40c0-a3e0-74bf451e7620" providerId="ADAL" clId="{4C92171E-7321-4CA6-B35E-B4137202CD69}" dt="2026-05-09T13:35:48.806" v="2977" actId="26606"/>
          <ac:spMkLst>
            <pc:docMk/>
            <pc:sldMk cId="2570115116" sldId="285"/>
            <ac:spMk id="11" creationId="{670CEDEF-4F34-412E-84EE-329C1E936AF5}"/>
          </ac:spMkLst>
        </pc:spChg>
        <pc:spChg chg="add del">
          <ac:chgData name="Olena Manziuk" userId="df04b2ca-ee6f-40c0-a3e0-74bf451e7620" providerId="ADAL" clId="{4C92171E-7321-4CA6-B35E-B4137202CD69}" dt="2026-05-09T13:35:43.599" v="2975" actId="26606"/>
          <ac:spMkLst>
            <pc:docMk/>
            <pc:sldMk cId="2570115116" sldId="285"/>
            <ac:spMk id="12" creationId="{32AEEBC8-9D30-42EF-95F2-386C2653FBF0}"/>
          </ac:spMkLst>
        </pc:spChg>
        <pc:spChg chg="add del">
          <ac:chgData name="Olena Manziuk" userId="df04b2ca-ee6f-40c0-a3e0-74bf451e7620" providerId="ADAL" clId="{4C92171E-7321-4CA6-B35E-B4137202CD69}" dt="2026-05-09T13:35:51.535" v="2979" actId="26606"/>
          <ac:spMkLst>
            <pc:docMk/>
            <pc:sldMk cId="2570115116" sldId="285"/>
            <ac:spMk id="13" creationId="{AAD0DBB9-1A4B-4391-81D4-CB19F9AB918A}"/>
          </ac:spMkLst>
        </pc:spChg>
        <pc:spChg chg="add del">
          <ac:chgData name="Olena Manziuk" userId="df04b2ca-ee6f-40c0-a3e0-74bf451e7620" providerId="ADAL" clId="{4C92171E-7321-4CA6-B35E-B4137202CD69}" dt="2026-05-09T13:35:43.599" v="2975" actId="26606"/>
          <ac:spMkLst>
            <pc:docMk/>
            <pc:sldMk cId="2570115116" sldId="285"/>
            <ac:spMk id="14" creationId="{2E92FA66-67D7-4CB4-94D3-E643A9AD4757}"/>
          </ac:spMkLst>
        </pc:spChg>
        <pc:spChg chg="add del">
          <ac:chgData name="Olena Manziuk" userId="df04b2ca-ee6f-40c0-a3e0-74bf451e7620" providerId="ADAL" clId="{4C92171E-7321-4CA6-B35E-B4137202CD69}" dt="2026-05-09T13:35:51.535" v="2979" actId="26606"/>
          <ac:spMkLst>
            <pc:docMk/>
            <pc:sldMk cId="2570115116" sldId="285"/>
            <ac:spMk id="15" creationId="{063BBA22-50EA-4C4D-BE05-F1CE4E63AA56}"/>
          </ac:spMkLst>
        </pc:spChg>
        <pc:spChg chg="add del">
          <ac:chgData name="Olena Manziuk" userId="df04b2ca-ee6f-40c0-a3e0-74bf451e7620" providerId="ADAL" clId="{4C92171E-7321-4CA6-B35E-B4137202CD69}" dt="2026-05-09T13:35:48.806" v="2977" actId="26606"/>
          <ac:spMkLst>
            <pc:docMk/>
            <pc:sldMk cId="2570115116" sldId="285"/>
            <ac:spMk id="16" creationId="{BCED4D40-4B67-4331-AC48-79B82B4A47D8}"/>
          </ac:spMkLst>
        </pc:spChg>
        <pc:spChg chg="add del">
          <ac:chgData name="Olena Manziuk" userId="df04b2ca-ee6f-40c0-a3e0-74bf451e7620" providerId="ADAL" clId="{4C92171E-7321-4CA6-B35E-B4137202CD69}" dt="2026-05-09T13:35:51.535" v="2979" actId="26606"/>
          <ac:spMkLst>
            <pc:docMk/>
            <pc:sldMk cId="2570115116" sldId="285"/>
            <ac:spMk id="19" creationId="{BACC6370-2D7E-4714-9D71-7542949D7D5D}"/>
          </ac:spMkLst>
        </pc:spChg>
        <pc:spChg chg="add del">
          <ac:chgData name="Olena Manziuk" userId="df04b2ca-ee6f-40c0-a3e0-74bf451e7620" providerId="ADAL" clId="{4C92171E-7321-4CA6-B35E-B4137202CD69}" dt="2026-05-09T13:35:51.535" v="2979" actId="26606"/>
          <ac:spMkLst>
            <pc:docMk/>
            <pc:sldMk cId="2570115116" sldId="285"/>
            <ac:spMk id="20" creationId="{F68B3F68-107C-434F-AA38-110D5EA91B85}"/>
          </ac:spMkLst>
        </pc:spChg>
        <pc:spChg chg="add del">
          <ac:chgData name="Olena Manziuk" userId="df04b2ca-ee6f-40c0-a3e0-74bf451e7620" providerId="ADAL" clId="{4C92171E-7321-4CA6-B35E-B4137202CD69}" dt="2026-05-09T13:36:00.058" v="2981" actId="26606"/>
          <ac:spMkLst>
            <pc:docMk/>
            <pc:sldMk cId="2570115116" sldId="285"/>
            <ac:spMk id="23" creationId="{32AEEBC8-9D30-42EF-95F2-386C2653FBF0}"/>
          </ac:spMkLst>
        </pc:spChg>
        <pc:spChg chg="add del">
          <ac:chgData name="Olena Manziuk" userId="df04b2ca-ee6f-40c0-a3e0-74bf451e7620" providerId="ADAL" clId="{4C92171E-7321-4CA6-B35E-B4137202CD69}" dt="2026-05-09T13:36:00.058" v="2981" actId="26606"/>
          <ac:spMkLst>
            <pc:docMk/>
            <pc:sldMk cId="2570115116" sldId="285"/>
            <ac:spMk id="24" creationId="{2E92FA66-67D7-4CB4-94D3-E643A9AD4757}"/>
          </ac:spMkLst>
        </pc:spChg>
        <pc:spChg chg="add del">
          <ac:chgData name="Olena Manziuk" userId="df04b2ca-ee6f-40c0-a3e0-74bf451e7620" providerId="ADAL" clId="{4C92171E-7321-4CA6-B35E-B4137202CD69}" dt="2026-05-09T13:36:00.058" v="2981" actId="26606"/>
          <ac:spMkLst>
            <pc:docMk/>
            <pc:sldMk cId="2570115116" sldId="285"/>
            <ac:spMk id="25" creationId="{FD190D96-A812-ECD3-A1C8-E57DCBE43BA1}"/>
          </ac:spMkLst>
        </pc:spChg>
        <pc:spChg chg="add del">
          <ac:chgData name="Olena Manziuk" userId="df04b2ca-ee6f-40c0-a3e0-74bf451e7620" providerId="ADAL" clId="{4C92171E-7321-4CA6-B35E-B4137202CD69}" dt="2026-05-09T13:36:06.224" v="2983" actId="26606"/>
          <ac:spMkLst>
            <pc:docMk/>
            <pc:sldMk cId="2570115116" sldId="285"/>
            <ac:spMk id="28" creationId="{4C10CBC8-7837-4750-8EE9-B4C3D50488F6}"/>
          </ac:spMkLst>
        </pc:spChg>
        <pc:spChg chg="add del">
          <ac:chgData name="Olena Manziuk" userId="df04b2ca-ee6f-40c0-a3e0-74bf451e7620" providerId="ADAL" clId="{4C92171E-7321-4CA6-B35E-B4137202CD69}" dt="2026-05-09T13:36:06.224" v="2983" actId="26606"/>
          <ac:spMkLst>
            <pc:docMk/>
            <pc:sldMk cId="2570115116" sldId="285"/>
            <ac:spMk id="29" creationId="{69014793-11D4-4A17-9261-1A2E683ADF75}"/>
          </ac:spMkLst>
        </pc:spChg>
        <pc:spChg chg="add del">
          <ac:chgData name="Olena Manziuk" userId="df04b2ca-ee6f-40c0-a3e0-74bf451e7620" providerId="ADAL" clId="{4C92171E-7321-4CA6-B35E-B4137202CD69}" dt="2026-05-09T13:36:18.143" v="2986" actId="26606"/>
          <ac:spMkLst>
            <pc:docMk/>
            <pc:sldMk cId="2570115116" sldId="285"/>
            <ac:spMk id="32" creationId="{32AEEBC8-9D30-42EF-95F2-386C2653FBF0}"/>
          </ac:spMkLst>
        </pc:spChg>
        <pc:spChg chg="add del">
          <ac:chgData name="Olena Manziuk" userId="df04b2ca-ee6f-40c0-a3e0-74bf451e7620" providerId="ADAL" clId="{4C92171E-7321-4CA6-B35E-B4137202CD69}" dt="2026-05-09T13:36:18.143" v="2986" actId="26606"/>
          <ac:spMkLst>
            <pc:docMk/>
            <pc:sldMk cId="2570115116" sldId="285"/>
            <ac:spMk id="33" creationId="{2E92FA66-67D7-4CB4-94D3-E643A9AD4757}"/>
          </ac:spMkLst>
        </pc:spChg>
        <pc:spChg chg="add del">
          <ac:chgData name="Olena Manziuk" userId="df04b2ca-ee6f-40c0-a3e0-74bf451e7620" providerId="ADAL" clId="{4C92171E-7321-4CA6-B35E-B4137202CD69}" dt="2026-05-09T13:36:11.215" v="2985" actId="21"/>
          <ac:spMkLst>
            <pc:docMk/>
            <pc:sldMk cId="2570115116" sldId="285"/>
            <ac:spMk id="34" creationId="{FD190D96-A812-ECD3-A1C8-E57DCBE43BA1}"/>
          </ac:spMkLst>
        </pc:spChg>
        <pc:spChg chg="add">
          <ac:chgData name="Olena Manziuk" userId="df04b2ca-ee6f-40c0-a3e0-74bf451e7620" providerId="ADAL" clId="{4C92171E-7321-4CA6-B35E-B4137202CD69}" dt="2026-05-09T13:36:18.143" v="2986" actId="26606"/>
          <ac:spMkLst>
            <pc:docMk/>
            <pc:sldMk cId="2570115116" sldId="285"/>
            <ac:spMk id="40" creationId="{BCED4D40-4B67-4331-AC48-79B82B4A47D8}"/>
          </ac:spMkLst>
        </pc:spChg>
        <pc:spChg chg="add">
          <ac:chgData name="Olena Manziuk" userId="df04b2ca-ee6f-40c0-a3e0-74bf451e7620" providerId="ADAL" clId="{4C92171E-7321-4CA6-B35E-B4137202CD69}" dt="2026-05-09T13:36:18.143" v="2986" actId="26606"/>
          <ac:spMkLst>
            <pc:docMk/>
            <pc:sldMk cId="2570115116" sldId="285"/>
            <ac:spMk id="42" creationId="{670CEDEF-4F34-412E-84EE-329C1E936AF5}"/>
          </ac:spMkLst>
        </pc:spChg>
        <pc:graphicFrameChg chg="add del mod">
          <ac:chgData name="Olena Manziuk" userId="df04b2ca-ee6f-40c0-a3e0-74bf451e7620" providerId="ADAL" clId="{4C92171E-7321-4CA6-B35E-B4137202CD69}" dt="2026-05-09T13:36:06.243" v="2984" actId="26606"/>
          <ac:graphicFrameMkLst>
            <pc:docMk/>
            <pc:sldMk cId="2570115116" sldId="285"/>
            <ac:graphicFrameMk id="4" creationId="{2CCF6571-712F-BDCC-CA21-39D46E8A91D0}"/>
          </ac:graphicFrameMkLst>
        </pc:graphicFrameChg>
        <pc:graphicFrameChg chg="add del">
          <ac:chgData name="Olena Manziuk" userId="df04b2ca-ee6f-40c0-a3e0-74bf451e7620" providerId="ADAL" clId="{4C92171E-7321-4CA6-B35E-B4137202CD69}" dt="2026-05-09T13:35:43.599" v="2975" actId="26606"/>
          <ac:graphicFrameMkLst>
            <pc:docMk/>
            <pc:sldMk cId="2570115116" sldId="285"/>
            <ac:graphicFrameMk id="7" creationId="{2CCF6571-712F-BDCC-CA21-39D46E8A91D0}"/>
          </ac:graphicFrameMkLst>
        </pc:graphicFrameChg>
        <pc:graphicFrameChg chg="add del">
          <ac:chgData name="Olena Manziuk" userId="df04b2ca-ee6f-40c0-a3e0-74bf451e7620" providerId="ADAL" clId="{4C92171E-7321-4CA6-B35E-B4137202CD69}" dt="2026-05-09T13:35:48.806" v="2977" actId="26606"/>
          <ac:graphicFrameMkLst>
            <pc:docMk/>
            <pc:sldMk cId="2570115116" sldId="285"/>
            <ac:graphicFrameMk id="17" creationId="{2CCF6571-712F-BDCC-CA21-39D46E8A91D0}"/>
          </ac:graphicFrameMkLst>
        </pc:graphicFrameChg>
        <pc:graphicFrameChg chg="add del">
          <ac:chgData name="Olena Manziuk" userId="df04b2ca-ee6f-40c0-a3e0-74bf451e7620" providerId="ADAL" clId="{4C92171E-7321-4CA6-B35E-B4137202CD69}" dt="2026-05-09T13:35:51.535" v="2979" actId="26606"/>
          <ac:graphicFrameMkLst>
            <pc:docMk/>
            <pc:sldMk cId="2570115116" sldId="285"/>
            <ac:graphicFrameMk id="21" creationId="{2CCF6571-712F-BDCC-CA21-39D46E8A91D0}"/>
          </ac:graphicFrameMkLst>
        </pc:graphicFrameChg>
        <pc:graphicFrameChg chg="add del">
          <ac:chgData name="Olena Manziuk" userId="df04b2ca-ee6f-40c0-a3e0-74bf451e7620" providerId="ADAL" clId="{4C92171E-7321-4CA6-B35E-B4137202CD69}" dt="2026-05-09T13:36:00.058" v="2981" actId="26606"/>
          <ac:graphicFrameMkLst>
            <pc:docMk/>
            <pc:sldMk cId="2570115116" sldId="285"/>
            <ac:graphicFrameMk id="26" creationId="{2CCF6571-712F-BDCC-CA21-39D46E8A91D0}"/>
          </ac:graphicFrameMkLst>
        </pc:graphicFrameChg>
        <pc:graphicFrameChg chg="add del">
          <ac:chgData name="Olena Manziuk" userId="df04b2ca-ee6f-40c0-a3e0-74bf451e7620" providerId="ADAL" clId="{4C92171E-7321-4CA6-B35E-B4137202CD69}" dt="2026-05-09T13:36:06.224" v="2983" actId="26606"/>
          <ac:graphicFrameMkLst>
            <pc:docMk/>
            <pc:sldMk cId="2570115116" sldId="285"/>
            <ac:graphicFrameMk id="30" creationId="{2CCF6571-712F-BDCC-CA21-39D46E8A91D0}"/>
          </ac:graphicFrameMkLst>
        </pc:graphicFrameChg>
        <pc:graphicFrameChg chg="add mod modGraphic">
          <ac:chgData name="Olena Manziuk" userId="df04b2ca-ee6f-40c0-a3e0-74bf451e7620" providerId="ADAL" clId="{4C92171E-7321-4CA6-B35E-B4137202CD69}" dt="2026-05-09T13:37:35.056" v="3007" actId="20577"/>
          <ac:graphicFrameMkLst>
            <pc:docMk/>
            <pc:sldMk cId="2570115116" sldId="285"/>
            <ac:graphicFrameMk id="35" creationId="{2CCF6571-712F-BDCC-CA21-39D46E8A91D0}"/>
          </ac:graphicFrameMkLst>
        </pc:graphicFrameChg>
      </pc:sldChg>
      <pc:sldChg chg="addSp delSp modSp new mod setBg">
        <pc:chgData name="Olena Manziuk" userId="df04b2ca-ee6f-40c0-a3e0-74bf451e7620" providerId="ADAL" clId="{4C92171E-7321-4CA6-B35E-B4137202CD69}" dt="2026-05-09T13:44:17.085" v="3086" actId="14100"/>
        <pc:sldMkLst>
          <pc:docMk/>
          <pc:sldMk cId="4226750333" sldId="286"/>
        </pc:sldMkLst>
        <pc:spChg chg="mod">
          <ac:chgData name="Olena Manziuk" userId="df04b2ca-ee6f-40c0-a3e0-74bf451e7620" providerId="ADAL" clId="{4C92171E-7321-4CA6-B35E-B4137202CD69}" dt="2026-05-09T13:44:17.085" v="3086" actId="14100"/>
          <ac:spMkLst>
            <pc:docMk/>
            <pc:sldMk cId="4226750333" sldId="286"/>
            <ac:spMk id="2" creationId="{AEE91771-B1ED-C6DF-4559-B4266E8E1301}"/>
          </ac:spMkLst>
        </pc:spChg>
        <pc:spChg chg="mod">
          <ac:chgData name="Olena Manziuk" userId="df04b2ca-ee6f-40c0-a3e0-74bf451e7620" providerId="ADAL" clId="{4C92171E-7321-4CA6-B35E-B4137202CD69}" dt="2026-05-09T13:44:07.156" v="3085" actId="5793"/>
          <ac:spMkLst>
            <pc:docMk/>
            <pc:sldMk cId="4226750333" sldId="286"/>
            <ac:spMk id="3" creationId="{4C808393-9CDA-A88D-DEF7-2AC57E63CED2}"/>
          </ac:spMkLst>
        </pc:spChg>
        <pc:spChg chg="add">
          <ac:chgData name="Olena Manziuk" userId="df04b2ca-ee6f-40c0-a3e0-74bf451e7620" providerId="ADAL" clId="{4C92171E-7321-4CA6-B35E-B4137202CD69}" dt="2026-05-09T13:39:52.563" v="3017"/>
          <ac:spMkLst>
            <pc:docMk/>
            <pc:sldMk cId="4226750333" sldId="286"/>
            <ac:spMk id="4" creationId="{83B00888-C6AE-E214-F593-27A602C8D938}"/>
          </ac:spMkLst>
        </pc:spChg>
        <pc:spChg chg="add">
          <ac:chgData name="Olena Manziuk" userId="df04b2ca-ee6f-40c0-a3e0-74bf451e7620" providerId="ADAL" clId="{4C92171E-7321-4CA6-B35E-B4137202CD69}" dt="2026-05-09T13:39:52.563" v="3017"/>
          <ac:spMkLst>
            <pc:docMk/>
            <pc:sldMk cId="4226750333" sldId="286"/>
            <ac:spMk id="5" creationId="{C7D0E1C3-496D-E3ED-B733-0782D853D7F7}"/>
          </ac:spMkLst>
        </pc:spChg>
        <pc:spChg chg="add">
          <ac:chgData name="Olena Manziuk" userId="df04b2ca-ee6f-40c0-a3e0-74bf451e7620" providerId="ADAL" clId="{4C92171E-7321-4CA6-B35E-B4137202CD69}" dt="2026-05-09T13:39:52.563" v="3017"/>
          <ac:spMkLst>
            <pc:docMk/>
            <pc:sldMk cId="4226750333" sldId="286"/>
            <ac:spMk id="6" creationId="{9F79E7E9-757B-C219-A10E-F5AB7EAFAC6F}"/>
          </ac:spMkLst>
        </pc:spChg>
        <pc:spChg chg="add">
          <ac:chgData name="Olena Manziuk" userId="df04b2ca-ee6f-40c0-a3e0-74bf451e7620" providerId="ADAL" clId="{4C92171E-7321-4CA6-B35E-B4137202CD69}" dt="2026-05-09T13:39:52.563" v="3017"/>
          <ac:spMkLst>
            <pc:docMk/>
            <pc:sldMk cId="4226750333" sldId="286"/>
            <ac:spMk id="7" creationId="{2F1DB348-0A3E-B17F-5536-512B4CFF013E}"/>
          </ac:spMkLst>
        </pc:spChg>
        <pc:spChg chg="add">
          <ac:chgData name="Olena Manziuk" userId="df04b2ca-ee6f-40c0-a3e0-74bf451e7620" providerId="ADAL" clId="{4C92171E-7321-4CA6-B35E-B4137202CD69}" dt="2026-05-09T13:39:52.563" v="3017"/>
          <ac:spMkLst>
            <pc:docMk/>
            <pc:sldMk cId="4226750333" sldId="286"/>
            <ac:spMk id="8" creationId="{EB1741B8-4F5A-C96F-77C6-9729A5A1D50F}"/>
          </ac:spMkLst>
        </pc:spChg>
        <pc:spChg chg="add del">
          <ac:chgData name="Olena Manziuk" userId="df04b2ca-ee6f-40c0-a3e0-74bf451e7620" providerId="ADAL" clId="{4C92171E-7321-4CA6-B35E-B4137202CD69}" dt="2026-05-09T13:43:51.752" v="3079" actId="26606"/>
          <ac:spMkLst>
            <pc:docMk/>
            <pc:sldMk cId="4226750333" sldId="286"/>
            <ac:spMk id="9" creationId="{907EF6B7-1338-4443-8C46-6A318D952DFD}"/>
          </ac:spMkLst>
        </pc:spChg>
        <pc:spChg chg="add del">
          <ac:chgData name="Olena Manziuk" userId="df04b2ca-ee6f-40c0-a3e0-74bf451e7620" providerId="ADAL" clId="{4C92171E-7321-4CA6-B35E-B4137202CD69}" dt="2026-05-09T13:43:51.752" v="3079" actId="26606"/>
          <ac:spMkLst>
            <pc:docMk/>
            <pc:sldMk cId="4226750333" sldId="286"/>
            <ac:spMk id="10" creationId="{DAAE4CDD-124C-4DCF-9584-B6033B545DD5}"/>
          </ac:spMkLst>
        </pc:spChg>
        <pc:spChg chg="add del">
          <ac:chgData name="Olena Manziuk" userId="df04b2ca-ee6f-40c0-a3e0-74bf451e7620" providerId="ADAL" clId="{4C92171E-7321-4CA6-B35E-B4137202CD69}" dt="2026-05-09T13:43:51.752" v="3079" actId="26606"/>
          <ac:spMkLst>
            <pc:docMk/>
            <pc:sldMk cId="4226750333" sldId="286"/>
            <ac:spMk id="12" creationId="{081E4A58-353D-44AE-B2FC-2A74E2E400F7}"/>
          </ac:spMkLst>
        </pc:spChg>
        <pc:spChg chg="add del">
          <ac:chgData name="Olena Manziuk" userId="df04b2ca-ee6f-40c0-a3e0-74bf451e7620" providerId="ADAL" clId="{4C92171E-7321-4CA6-B35E-B4137202CD69}" dt="2026-05-09T13:43:53.543" v="3081" actId="26606"/>
          <ac:spMkLst>
            <pc:docMk/>
            <pc:sldMk cId="4226750333" sldId="286"/>
            <ac:spMk id="16" creationId="{A2679492-7988-4050-9056-542444452411}"/>
          </ac:spMkLst>
        </pc:spChg>
        <pc:spChg chg="add del">
          <ac:chgData name="Olena Manziuk" userId="df04b2ca-ee6f-40c0-a3e0-74bf451e7620" providerId="ADAL" clId="{4C92171E-7321-4CA6-B35E-B4137202CD69}" dt="2026-05-09T13:43:53.543" v="3081" actId="26606"/>
          <ac:spMkLst>
            <pc:docMk/>
            <pc:sldMk cId="4226750333" sldId="286"/>
            <ac:spMk id="18" creationId="{B091B163-7D61-4891-ABCF-5C13D9C418D0}"/>
          </ac:spMkLst>
        </pc:spChg>
        <pc:spChg chg="add">
          <ac:chgData name="Olena Manziuk" userId="df04b2ca-ee6f-40c0-a3e0-74bf451e7620" providerId="ADAL" clId="{4C92171E-7321-4CA6-B35E-B4137202CD69}" dt="2026-05-09T13:43:53.558" v="3082" actId="26606"/>
          <ac:spMkLst>
            <pc:docMk/>
            <pc:sldMk cId="4226750333" sldId="286"/>
            <ac:spMk id="21" creationId="{907EF6B7-1338-4443-8C46-6A318D952DFD}"/>
          </ac:spMkLst>
        </pc:spChg>
        <pc:spChg chg="add">
          <ac:chgData name="Olena Manziuk" userId="df04b2ca-ee6f-40c0-a3e0-74bf451e7620" providerId="ADAL" clId="{4C92171E-7321-4CA6-B35E-B4137202CD69}" dt="2026-05-09T13:43:53.558" v="3082" actId="26606"/>
          <ac:spMkLst>
            <pc:docMk/>
            <pc:sldMk cId="4226750333" sldId="286"/>
            <ac:spMk id="22" creationId="{DAAE4CDD-124C-4DCF-9584-B6033B545DD5}"/>
          </ac:spMkLst>
        </pc:spChg>
        <pc:spChg chg="add">
          <ac:chgData name="Olena Manziuk" userId="df04b2ca-ee6f-40c0-a3e0-74bf451e7620" providerId="ADAL" clId="{4C92171E-7321-4CA6-B35E-B4137202CD69}" dt="2026-05-09T13:43:53.558" v="3082" actId="26606"/>
          <ac:spMkLst>
            <pc:docMk/>
            <pc:sldMk cId="4226750333" sldId="286"/>
            <ac:spMk id="23" creationId="{081E4A58-353D-44AE-B2FC-2A74E2E400F7}"/>
          </ac:spMkLst>
        </pc:spChg>
        <pc:grpChg chg="add del">
          <ac:chgData name="Olena Manziuk" userId="df04b2ca-ee6f-40c0-a3e0-74bf451e7620" providerId="ADAL" clId="{4C92171E-7321-4CA6-B35E-B4137202CD69}" dt="2026-05-09T13:43:53.543" v="3081" actId="26606"/>
          <ac:grpSpMkLst>
            <pc:docMk/>
            <pc:sldMk cId="4226750333" sldId="286"/>
            <ac:grpSpMk id="19" creationId="{0474DF76-993E-44DE-AFB0-C416182ACECF}"/>
          </ac:grpSpMkLst>
        </pc:grpChg>
        <pc:cxnChg chg="add del">
          <ac:chgData name="Olena Manziuk" userId="df04b2ca-ee6f-40c0-a3e0-74bf451e7620" providerId="ADAL" clId="{4C92171E-7321-4CA6-B35E-B4137202CD69}" dt="2026-05-09T13:43:53.543" v="3081" actId="26606"/>
          <ac:cxnSpMkLst>
            <pc:docMk/>
            <pc:sldMk cId="4226750333" sldId="286"/>
            <ac:cxnSpMk id="17" creationId="{C49DA8F6-BCC1-4447-B54C-57856834B94B}"/>
          </ac:cxnSpMkLst>
        </pc:cxnChg>
      </pc:sldChg>
      <pc:sldChg chg="addSp delSp modSp new mod setBg addAnim">
        <pc:chgData name="Olena Manziuk" userId="df04b2ca-ee6f-40c0-a3e0-74bf451e7620" providerId="ADAL" clId="{4C92171E-7321-4CA6-B35E-B4137202CD69}" dt="2026-05-09T13:47:14.387" v="3104" actId="26606"/>
        <pc:sldMkLst>
          <pc:docMk/>
          <pc:sldMk cId="1179861605" sldId="287"/>
        </pc:sldMkLst>
        <pc:spChg chg="mod">
          <ac:chgData name="Olena Manziuk" userId="df04b2ca-ee6f-40c0-a3e0-74bf451e7620" providerId="ADAL" clId="{4C92171E-7321-4CA6-B35E-B4137202CD69}" dt="2026-05-09T13:47:00.654" v="3102" actId="26606"/>
          <ac:spMkLst>
            <pc:docMk/>
            <pc:sldMk cId="1179861605" sldId="287"/>
            <ac:spMk id="2" creationId="{D49C98BE-4E3F-547B-F88E-748156BD95A9}"/>
          </ac:spMkLst>
        </pc:spChg>
        <pc:spChg chg="del">
          <ac:chgData name="Olena Manziuk" userId="df04b2ca-ee6f-40c0-a3e0-74bf451e7620" providerId="ADAL" clId="{4C92171E-7321-4CA6-B35E-B4137202CD69}" dt="2026-05-09T13:46:40.421" v="3092" actId="21"/>
          <ac:spMkLst>
            <pc:docMk/>
            <pc:sldMk cId="1179861605" sldId="287"/>
            <ac:spMk id="3" creationId="{919AF690-0E79-AF25-B5D5-EE7CA87E9E7D}"/>
          </ac:spMkLst>
        </pc:spChg>
        <pc:spChg chg="add">
          <ac:chgData name="Olena Manziuk" userId="df04b2ca-ee6f-40c0-a3e0-74bf451e7620" providerId="ADAL" clId="{4C92171E-7321-4CA6-B35E-B4137202CD69}" dt="2026-05-09T13:47:00.654" v="3102" actId="26606"/>
          <ac:spMkLst>
            <pc:docMk/>
            <pc:sldMk cId="1179861605" sldId="287"/>
            <ac:spMk id="7" creationId="{1A3C89F8-0D2F-47FF-B903-151248265F47}"/>
          </ac:spMkLst>
        </pc:spChg>
        <pc:spChg chg="add del">
          <ac:chgData name="Olena Manziuk" userId="df04b2ca-ee6f-40c0-a3e0-74bf451e7620" providerId="ADAL" clId="{4C92171E-7321-4CA6-B35E-B4137202CD69}" dt="2026-05-09T13:47:14.387" v="3104" actId="26606"/>
          <ac:spMkLst>
            <pc:docMk/>
            <pc:sldMk cId="1179861605" sldId="287"/>
            <ac:spMk id="9" creationId="{C5CB530E-515E-412C-9DF1-5F8FFBD6F383}"/>
          </ac:spMkLst>
        </pc:spChg>
        <pc:spChg chg="add del">
          <ac:chgData name="Olena Manziuk" userId="df04b2ca-ee6f-40c0-a3e0-74bf451e7620" providerId="ADAL" clId="{4C92171E-7321-4CA6-B35E-B4137202CD69}" dt="2026-05-09T13:47:14.387" v="3104" actId="26606"/>
          <ac:spMkLst>
            <pc:docMk/>
            <pc:sldMk cId="1179861605" sldId="287"/>
            <ac:spMk id="11" creationId="{712D4376-A578-4FF1-94FC-245E7A6A489F}"/>
          </ac:spMkLst>
        </pc:spChg>
        <pc:spChg chg="add del">
          <ac:chgData name="Olena Manziuk" userId="df04b2ca-ee6f-40c0-a3e0-74bf451e7620" providerId="ADAL" clId="{4C92171E-7321-4CA6-B35E-B4137202CD69}" dt="2026-05-09T13:47:14.387" v="3104" actId="26606"/>
          <ac:spMkLst>
            <pc:docMk/>
            <pc:sldMk cId="1179861605" sldId="287"/>
            <ac:spMk id="13" creationId="{AEA7509D-F04F-40CB-A0B3-EEF16499CC9F}"/>
          </ac:spMkLst>
        </pc:spChg>
        <pc:spChg chg="add del">
          <ac:chgData name="Olena Manziuk" userId="df04b2ca-ee6f-40c0-a3e0-74bf451e7620" providerId="ADAL" clId="{4C92171E-7321-4CA6-B35E-B4137202CD69}" dt="2026-05-09T13:47:14.387" v="3104" actId="26606"/>
          <ac:spMkLst>
            <pc:docMk/>
            <pc:sldMk cId="1179861605" sldId="287"/>
            <ac:spMk id="17" creationId="{508BEF50-7B1E-49A4-BC19-5F4F1D755E64}"/>
          </ac:spMkLst>
        </pc:spChg>
        <pc:spChg chg="add del">
          <ac:chgData name="Olena Manziuk" userId="df04b2ca-ee6f-40c0-a3e0-74bf451e7620" providerId="ADAL" clId="{4C92171E-7321-4CA6-B35E-B4137202CD69}" dt="2026-05-09T13:47:14.387" v="3104" actId="26606"/>
          <ac:spMkLst>
            <pc:docMk/>
            <pc:sldMk cId="1179861605" sldId="287"/>
            <ac:spMk id="19" creationId="{3FBAD350-5664-4811-A208-657FB882D350}"/>
          </ac:spMkLst>
        </pc:spChg>
        <pc:spChg chg="add del">
          <ac:chgData name="Olena Manziuk" userId="df04b2ca-ee6f-40c0-a3e0-74bf451e7620" providerId="ADAL" clId="{4C92171E-7321-4CA6-B35E-B4137202CD69}" dt="2026-05-09T13:47:14.387" v="3104" actId="26606"/>
          <ac:spMkLst>
            <pc:docMk/>
            <pc:sldMk cId="1179861605" sldId="287"/>
            <ac:spMk id="21" creationId="{C39ADB8F-D187-49D7-BDCF-C1B6DC727068}"/>
          </ac:spMkLst>
        </pc:spChg>
        <pc:spChg chg="add">
          <ac:chgData name="Olena Manziuk" userId="df04b2ca-ee6f-40c0-a3e0-74bf451e7620" providerId="ADAL" clId="{4C92171E-7321-4CA6-B35E-B4137202CD69}" dt="2026-05-09T13:47:14.387" v="3104" actId="26606"/>
          <ac:spMkLst>
            <pc:docMk/>
            <pc:sldMk cId="1179861605" sldId="287"/>
            <ac:spMk id="26" creationId="{EFA9B6C6-A247-48A8-9A1C-1E36FA9456B5}"/>
          </ac:spMkLst>
        </pc:spChg>
        <pc:spChg chg="add">
          <ac:chgData name="Olena Manziuk" userId="df04b2ca-ee6f-40c0-a3e0-74bf451e7620" providerId="ADAL" clId="{4C92171E-7321-4CA6-B35E-B4137202CD69}" dt="2026-05-09T13:47:14.387" v="3104" actId="26606"/>
          <ac:spMkLst>
            <pc:docMk/>
            <pc:sldMk cId="1179861605" sldId="287"/>
            <ac:spMk id="28" creationId="{C5CB530E-515E-412C-9DF1-5F8FFBD6F383}"/>
          </ac:spMkLst>
        </pc:spChg>
        <pc:spChg chg="add">
          <ac:chgData name="Olena Manziuk" userId="df04b2ca-ee6f-40c0-a3e0-74bf451e7620" providerId="ADAL" clId="{4C92171E-7321-4CA6-B35E-B4137202CD69}" dt="2026-05-09T13:47:14.387" v="3104" actId="26606"/>
          <ac:spMkLst>
            <pc:docMk/>
            <pc:sldMk cId="1179861605" sldId="287"/>
            <ac:spMk id="30" creationId="{712D4376-A578-4FF1-94FC-245E7A6A489F}"/>
          </ac:spMkLst>
        </pc:spChg>
        <pc:spChg chg="add">
          <ac:chgData name="Olena Manziuk" userId="df04b2ca-ee6f-40c0-a3e0-74bf451e7620" providerId="ADAL" clId="{4C92171E-7321-4CA6-B35E-B4137202CD69}" dt="2026-05-09T13:47:14.387" v="3104" actId="26606"/>
          <ac:spMkLst>
            <pc:docMk/>
            <pc:sldMk cId="1179861605" sldId="287"/>
            <ac:spMk id="32" creationId="{AEA7509D-F04F-40CB-A0B3-EEF16499CC9F}"/>
          </ac:spMkLst>
        </pc:spChg>
        <pc:cxnChg chg="add">
          <ac:chgData name="Olena Manziuk" userId="df04b2ca-ee6f-40c0-a3e0-74bf451e7620" providerId="ADAL" clId="{4C92171E-7321-4CA6-B35E-B4137202CD69}" dt="2026-05-09T13:47:00.654" v="3102" actId="26606"/>
          <ac:cxnSpMkLst>
            <pc:docMk/>
            <pc:sldMk cId="1179861605" sldId="287"/>
            <ac:cxnSpMk id="15" creationId="{56020367-4FD5-4596-8E10-C5F095CD8DBF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EB461A-25C2-40A4-ABF9-2157EB65EAF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E0C147F-8F5E-457F-A123-FDE5A9396991}">
      <dgm:prSet/>
      <dgm:spPr/>
      <dgm:t>
        <a:bodyPr/>
        <a:lstStyle/>
        <a:p>
          <a:r>
            <a:rPr lang="en-US"/>
            <a:t>Health inequalities vary significantly across NWL</a:t>
          </a:r>
        </a:p>
      </dgm:t>
    </dgm:pt>
    <dgm:pt modelId="{54D81937-D217-45EB-9502-5B777DDA00DA}" type="parTrans" cxnId="{7FEA3CB1-0711-4673-A29F-F62751AD4E0E}">
      <dgm:prSet/>
      <dgm:spPr/>
      <dgm:t>
        <a:bodyPr/>
        <a:lstStyle/>
        <a:p>
          <a:endParaRPr lang="en-US"/>
        </a:p>
      </dgm:t>
    </dgm:pt>
    <dgm:pt modelId="{FAFA40B1-DD3F-46A7-AE78-9FDF5F261A7F}" type="sibTrans" cxnId="{7FEA3CB1-0711-4673-A29F-F62751AD4E0E}">
      <dgm:prSet/>
      <dgm:spPr/>
      <dgm:t>
        <a:bodyPr/>
        <a:lstStyle/>
        <a:p>
          <a:endParaRPr lang="en-US"/>
        </a:p>
      </dgm:t>
    </dgm:pt>
    <dgm:pt modelId="{14BE5ED5-AB95-45CD-AB9C-D26AAB15467D}">
      <dgm:prSet/>
      <dgm:spPr/>
      <dgm:t>
        <a:bodyPr/>
        <a:lstStyle/>
        <a:p>
          <a:r>
            <a:rPr lang="en-US"/>
            <a:t>Different boroughs show different drivers</a:t>
          </a:r>
        </a:p>
      </dgm:t>
    </dgm:pt>
    <dgm:pt modelId="{6035C3EF-0E65-421A-B90F-D2F1C2FD77AE}" type="parTrans" cxnId="{1D77A022-2FA8-4B6D-9B34-42F24C4DB939}">
      <dgm:prSet/>
      <dgm:spPr/>
      <dgm:t>
        <a:bodyPr/>
        <a:lstStyle/>
        <a:p>
          <a:endParaRPr lang="en-US"/>
        </a:p>
      </dgm:t>
    </dgm:pt>
    <dgm:pt modelId="{D364B35E-04C2-4421-A881-3A46BCBE2EF0}" type="sibTrans" cxnId="{1D77A022-2FA8-4B6D-9B34-42F24C4DB939}">
      <dgm:prSet/>
      <dgm:spPr/>
      <dgm:t>
        <a:bodyPr/>
        <a:lstStyle/>
        <a:p>
          <a:endParaRPr lang="en-US"/>
        </a:p>
      </dgm:t>
    </dgm:pt>
    <dgm:pt modelId="{73164BB9-6342-42CB-9202-BF6D1F432B4A}">
      <dgm:prSet/>
      <dgm:spPr/>
      <dgm:t>
        <a:bodyPr/>
        <a:lstStyle/>
        <a:p>
          <a:r>
            <a:rPr lang="en-US"/>
            <a:t>Prevention and access are key levers</a:t>
          </a:r>
        </a:p>
      </dgm:t>
    </dgm:pt>
    <dgm:pt modelId="{BE745EF5-4C0A-4D30-A032-45E911ACD846}" type="parTrans" cxnId="{4244B986-7553-4323-BDFC-AE39A08475D3}">
      <dgm:prSet/>
      <dgm:spPr/>
      <dgm:t>
        <a:bodyPr/>
        <a:lstStyle/>
        <a:p>
          <a:endParaRPr lang="en-US"/>
        </a:p>
      </dgm:t>
    </dgm:pt>
    <dgm:pt modelId="{EB2DE0BF-0890-4C24-B404-4E9221883436}" type="sibTrans" cxnId="{4244B986-7553-4323-BDFC-AE39A08475D3}">
      <dgm:prSet/>
      <dgm:spPr/>
      <dgm:t>
        <a:bodyPr/>
        <a:lstStyle/>
        <a:p>
          <a:endParaRPr lang="en-US"/>
        </a:p>
      </dgm:t>
    </dgm:pt>
    <dgm:pt modelId="{A735EE58-09D6-4D40-945F-3A0EB9D6F0A3}">
      <dgm:prSet/>
      <dgm:spPr/>
      <dgm:t>
        <a:bodyPr/>
        <a:lstStyle/>
        <a:p>
          <a:r>
            <a:rPr lang="en-US"/>
            <a:t>Targeted intervention required</a:t>
          </a:r>
        </a:p>
      </dgm:t>
    </dgm:pt>
    <dgm:pt modelId="{A281E126-62D9-411E-8281-49C2F04A5F47}" type="parTrans" cxnId="{824E9D15-2799-48EE-A2A9-9A135D72647E}">
      <dgm:prSet/>
      <dgm:spPr/>
      <dgm:t>
        <a:bodyPr/>
        <a:lstStyle/>
        <a:p>
          <a:endParaRPr lang="en-US"/>
        </a:p>
      </dgm:t>
    </dgm:pt>
    <dgm:pt modelId="{FADD83B1-0424-4145-93D1-41DDADEB1AB7}" type="sibTrans" cxnId="{824E9D15-2799-48EE-A2A9-9A135D72647E}">
      <dgm:prSet/>
      <dgm:spPr/>
      <dgm:t>
        <a:bodyPr/>
        <a:lstStyle/>
        <a:p>
          <a:endParaRPr lang="en-US"/>
        </a:p>
      </dgm:t>
    </dgm:pt>
    <dgm:pt modelId="{4FEA7C6A-E7E4-4E71-BF70-9B21886AE470}" type="pres">
      <dgm:prSet presAssocID="{9BEB461A-25C2-40A4-ABF9-2157EB65EAF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63ACFB6-2F81-4DED-8DA1-CE2B11D20994}" type="pres">
      <dgm:prSet presAssocID="{1E0C147F-8F5E-457F-A123-FDE5A9396991}" presName="hierRoot1" presStyleCnt="0"/>
      <dgm:spPr/>
    </dgm:pt>
    <dgm:pt modelId="{DAF40B02-2C0B-4AEF-BF0B-5938C78EB85A}" type="pres">
      <dgm:prSet presAssocID="{1E0C147F-8F5E-457F-A123-FDE5A9396991}" presName="composite" presStyleCnt="0"/>
      <dgm:spPr/>
    </dgm:pt>
    <dgm:pt modelId="{6C1BCE07-C200-4202-85AF-7874872CA800}" type="pres">
      <dgm:prSet presAssocID="{1E0C147F-8F5E-457F-A123-FDE5A9396991}" presName="background" presStyleLbl="node0" presStyleIdx="0" presStyleCnt="4"/>
      <dgm:spPr/>
    </dgm:pt>
    <dgm:pt modelId="{C77F3B75-8D56-4BD0-8415-AC6286368B67}" type="pres">
      <dgm:prSet presAssocID="{1E0C147F-8F5E-457F-A123-FDE5A9396991}" presName="text" presStyleLbl="fgAcc0" presStyleIdx="0" presStyleCnt="4">
        <dgm:presLayoutVars>
          <dgm:chPref val="3"/>
        </dgm:presLayoutVars>
      </dgm:prSet>
      <dgm:spPr/>
    </dgm:pt>
    <dgm:pt modelId="{AB625787-91A6-402E-97C7-6F7408F934CB}" type="pres">
      <dgm:prSet presAssocID="{1E0C147F-8F5E-457F-A123-FDE5A9396991}" presName="hierChild2" presStyleCnt="0"/>
      <dgm:spPr/>
    </dgm:pt>
    <dgm:pt modelId="{C4C160F4-6B90-462C-B9D9-F0370A39C5E0}" type="pres">
      <dgm:prSet presAssocID="{14BE5ED5-AB95-45CD-AB9C-D26AAB15467D}" presName="hierRoot1" presStyleCnt="0"/>
      <dgm:spPr/>
    </dgm:pt>
    <dgm:pt modelId="{6D017F55-6764-4112-BA81-F9E3B356AD9A}" type="pres">
      <dgm:prSet presAssocID="{14BE5ED5-AB95-45CD-AB9C-D26AAB15467D}" presName="composite" presStyleCnt="0"/>
      <dgm:spPr/>
    </dgm:pt>
    <dgm:pt modelId="{F620CC10-BB8A-4DED-AA76-DAF8AB269EE9}" type="pres">
      <dgm:prSet presAssocID="{14BE5ED5-AB95-45CD-AB9C-D26AAB15467D}" presName="background" presStyleLbl="node0" presStyleIdx="1" presStyleCnt="4"/>
      <dgm:spPr/>
    </dgm:pt>
    <dgm:pt modelId="{F147EB16-AB02-46B7-A19F-B771F6ADD5F9}" type="pres">
      <dgm:prSet presAssocID="{14BE5ED5-AB95-45CD-AB9C-D26AAB15467D}" presName="text" presStyleLbl="fgAcc0" presStyleIdx="1" presStyleCnt="4">
        <dgm:presLayoutVars>
          <dgm:chPref val="3"/>
        </dgm:presLayoutVars>
      </dgm:prSet>
      <dgm:spPr/>
    </dgm:pt>
    <dgm:pt modelId="{FCA9DB7D-CBF6-46B1-8E9E-18BB8BBB3EE7}" type="pres">
      <dgm:prSet presAssocID="{14BE5ED5-AB95-45CD-AB9C-D26AAB15467D}" presName="hierChild2" presStyleCnt="0"/>
      <dgm:spPr/>
    </dgm:pt>
    <dgm:pt modelId="{6370E89F-6612-46EC-AFC9-C5A6703A9129}" type="pres">
      <dgm:prSet presAssocID="{73164BB9-6342-42CB-9202-BF6D1F432B4A}" presName="hierRoot1" presStyleCnt="0"/>
      <dgm:spPr/>
    </dgm:pt>
    <dgm:pt modelId="{BAB36AE3-CD51-47B7-8F51-F4378C882DB4}" type="pres">
      <dgm:prSet presAssocID="{73164BB9-6342-42CB-9202-BF6D1F432B4A}" presName="composite" presStyleCnt="0"/>
      <dgm:spPr/>
    </dgm:pt>
    <dgm:pt modelId="{D74BC96B-941B-4749-8193-8716BF3A143B}" type="pres">
      <dgm:prSet presAssocID="{73164BB9-6342-42CB-9202-BF6D1F432B4A}" presName="background" presStyleLbl="node0" presStyleIdx="2" presStyleCnt="4"/>
      <dgm:spPr/>
    </dgm:pt>
    <dgm:pt modelId="{3CEE341A-4201-4E92-AD93-1254B88E390D}" type="pres">
      <dgm:prSet presAssocID="{73164BB9-6342-42CB-9202-BF6D1F432B4A}" presName="text" presStyleLbl="fgAcc0" presStyleIdx="2" presStyleCnt="4">
        <dgm:presLayoutVars>
          <dgm:chPref val="3"/>
        </dgm:presLayoutVars>
      </dgm:prSet>
      <dgm:spPr/>
    </dgm:pt>
    <dgm:pt modelId="{A58DABE7-F42C-4B51-BA89-33B83F30DE00}" type="pres">
      <dgm:prSet presAssocID="{73164BB9-6342-42CB-9202-BF6D1F432B4A}" presName="hierChild2" presStyleCnt="0"/>
      <dgm:spPr/>
    </dgm:pt>
    <dgm:pt modelId="{B98B40EC-F17C-4760-9199-F1872AC5A39F}" type="pres">
      <dgm:prSet presAssocID="{A735EE58-09D6-4D40-945F-3A0EB9D6F0A3}" presName="hierRoot1" presStyleCnt="0"/>
      <dgm:spPr/>
    </dgm:pt>
    <dgm:pt modelId="{9862D04C-AF8D-47B4-BD60-D7BBC9A664C2}" type="pres">
      <dgm:prSet presAssocID="{A735EE58-09D6-4D40-945F-3A0EB9D6F0A3}" presName="composite" presStyleCnt="0"/>
      <dgm:spPr/>
    </dgm:pt>
    <dgm:pt modelId="{6A51A21F-0DB7-49AB-AAC3-4FDFD6E63612}" type="pres">
      <dgm:prSet presAssocID="{A735EE58-09D6-4D40-945F-3A0EB9D6F0A3}" presName="background" presStyleLbl="node0" presStyleIdx="3" presStyleCnt="4"/>
      <dgm:spPr/>
    </dgm:pt>
    <dgm:pt modelId="{BA20DAA9-F98F-4D24-A296-7973644194D0}" type="pres">
      <dgm:prSet presAssocID="{A735EE58-09D6-4D40-945F-3A0EB9D6F0A3}" presName="text" presStyleLbl="fgAcc0" presStyleIdx="3" presStyleCnt="4">
        <dgm:presLayoutVars>
          <dgm:chPref val="3"/>
        </dgm:presLayoutVars>
      </dgm:prSet>
      <dgm:spPr/>
    </dgm:pt>
    <dgm:pt modelId="{2371BB17-D540-48B2-B444-61EFD5FC2E25}" type="pres">
      <dgm:prSet presAssocID="{A735EE58-09D6-4D40-945F-3A0EB9D6F0A3}" presName="hierChild2" presStyleCnt="0"/>
      <dgm:spPr/>
    </dgm:pt>
  </dgm:ptLst>
  <dgm:cxnLst>
    <dgm:cxn modelId="{29F2B901-27F4-4963-A32D-F2011EC14B2C}" type="presOf" srcId="{73164BB9-6342-42CB-9202-BF6D1F432B4A}" destId="{3CEE341A-4201-4E92-AD93-1254B88E390D}" srcOrd="0" destOrd="0" presId="urn:microsoft.com/office/officeart/2005/8/layout/hierarchy1"/>
    <dgm:cxn modelId="{824E9D15-2799-48EE-A2A9-9A135D72647E}" srcId="{9BEB461A-25C2-40A4-ABF9-2157EB65EAF7}" destId="{A735EE58-09D6-4D40-945F-3A0EB9D6F0A3}" srcOrd="3" destOrd="0" parTransId="{A281E126-62D9-411E-8281-49C2F04A5F47}" sibTransId="{FADD83B1-0424-4145-93D1-41DDADEB1AB7}"/>
    <dgm:cxn modelId="{1D77A022-2FA8-4B6D-9B34-42F24C4DB939}" srcId="{9BEB461A-25C2-40A4-ABF9-2157EB65EAF7}" destId="{14BE5ED5-AB95-45CD-AB9C-D26AAB15467D}" srcOrd="1" destOrd="0" parTransId="{6035C3EF-0E65-421A-B90F-D2F1C2FD77AE}" sibTransId="{D364B35E-04C2-4421-A881-3A46BCBE2EF0}"/>
    <dgm:cxn modelId="{1DCD1C36-8877-4982-B540-185D11ECB16D}" type="presOf" srcId="{A735EE58-09D6-4D40-945F-3A0EB9D6F0A3}" destId="{BA20DAA9-F98F-4D24-A296-7973644194D0}" srcOrd="0" destOrd="0" presId="urn:microsoft.com/office/officeart/2005/8/layout/hierarchy1"/>
    <dgm:cxn modelId="{7D60DB3B-2672-4AED-A122-D5EA0CBEB2AF}" type="presOf" srcId="{14BE5ED5-AB95-45CD-AB9C-D26AAB15467D}" destId="{F147EB16-AB02-46B7-A19F-B771F6ADD5F9}" srcOrd="0" destOrd="0" presId="urn:microsoft.com/office/officeart/2005/8/layout/hierarchy1"/>
    <dgm:cxn modelId="{4244B986-7553-4323-BDFC-AE39A08475D3}" srcId="{9BEB461A-25C2-40A4-ABF9-2157EB65EAF7}" destId="{73164BB9-6342-42CB-9202-BF6D1F432B4A}" srcOrd="2" destOrd="0" parTransId="{BE745EF5-4C0A-4D30-A032-45E911ACD846}" sibTransId="{EB2DE0BF-0890-4C24-B404-4E9221883436}"/>
    <dgm:cxn modelId="{7FEA3CB1-0711-4673-A29F-F62751AD4E0E}" srcId="{9BEB461A-25C2-40A4-ABF9-2157EB65EAF7}" destId="{1E0C147F-8F5E-457F-A123-FDE5A9396991}" srcOrd="0" destOrd="0" parTransId="{54D81937-D217-45EB-9502-5B777DDA00DA}" sibTransId="{FAFA40B1-DD3F-46A7-AE78-9FDF5F261A7F}"/>
    <dgm:cxn modelId="{2E7909C1-D193-430B-9C35-81BA21D9C8CE}" type="presOf" srcId="{1E0C147F-8F5E-457F-A123-FDE5A9396991}" destId="{C77F3B75-8D56-4BD0-8415-AC6286368B67}" srcOrd="0" destOrd="0" presId="urn:microsoft.com/office/officeart/2005/8/layout/hierarchy1"/>
    <dgm:cxn modelId="{EC3D21D9-80D5-4B16-A276-3E006044C097}" type="presOf" srcId="{9BEB461A-25C2-40A4-ABF9-2157EB65EAF7}" destId="{4FEA7C6A-E7E4-4E71-BF70-9B21886AE470}" srcOrd="0" destOrd="0" presId="urn:microsoft.com/office/officeart/2005/8/layout/hierarchy1"/>
    <dgm:cxn modelId="{B2FD56CE-33AD-409F-AC4C-A075C4AA8AAE}" type="presParOf" srcId="{4FEA7C6A-E7E4-4E71-BF70-9B21886AE470}" destId="{C63ACFB6-2F81-4DED-8DA1-CE2B11D20994}" srcOrd="0" destOrd="0" presId="urn:microsoft.com/office/officeart/2005/8/layout/hierarchy1"/>
    <dgm:cxn modelId="{BADBEC76-5BC7-43AA-BDE4-5CADD4075F88}" type="presParOf" srcId="{C63ACFB6-2F81-4DED-8DA1-CE2B11D20994}" destId="{DAF40B02-2C0B-4AEF-BF0B-5938C78EB85A}" srcOrd="0" destOrd="0" presId="urn:microsoft.com/office/officeart/2005/8/layout/hierarchy1"/>
    <dgm:cxn modelId="{9D974A65-E93E-415B-8ADE-A464A207A62E}" type="presParOf" srcId="{DAF40B02-2C0B-4AEF-BF0B-5938C78EB85A}" destId="{6C1BCE07-C200-4202-85AF-7874872CA800}" srcOrd="0" destOrd="0" presId="urn:microsoft.com/office/officeart/2005/8/layout/hierarchy1"/>
    <dgm:cxn modelId="{38CF7239-341F-47B6-BE0D-0CDDC96EADB2}" type="presParOf" srcId="{DAF40B02-2C0B-4AEF-BF0B-5938C78EB85A}" destId="{C77F3B75-8D56-4BD0-8415-AC6286368B67}" srcOrd="1" destOrd="0" presId="urn:microsoft.com/office/officeart/2005/8/layout/hierarchy1"/>
    <dgm:cxn modelId="{DDE2245D-68F6-45B6-A74B-2B341AB44937}" type="presParOf" srcId="{C63ACFB6-2F81-4DED-8DA1-CE2B11D20994}" destId="{AB625787-91A6-402E-97C7-6F7408F934CB}" srcOrd="1" destOrd="0" presId="urn:microsoft.com/office/officeart/2005/8/layout/hierarchy1"/>
    <dgm:cxn modelId="{091BF9B6-4BF3-4E0B-90AA-7777446EF5B7}" type="presParOf" srcId="{4FEA7C6A-E7E4-4E71-BF70-9B21886AE470}" destId="{C4C160F4-6B90-462C-B9D9-F0370A39C5E0}" srcOrd="1" destOrd="0" presId="urn:microsoft.com/office/officeart/2005/8/layout/hierarchy1"/>
    <dgm:cxn modelId="{6E840B07-AB61-4FCE-8D30-DB7F38CD3B46}" type="presParOf" srcId="{C4C160F4-6B90-462C-B9D9-F0370A39C5E0}" destId="{6D017F55-6764-4112-BA81-F9E3B356AD9A}" srcOrd="0" destOrd="0" presId="urn:microsoft.com/office/officeart/2005/8/layout/hierarchy1"/>
    <dgm:cxn modelId="{B060FA77-D556-4A86-81C9-8EDC07D1DB82}" type="presParOf" srcId="{6D017F55-6764-4112-BA81-F9E3B356AD9A}" destId="{F620CC10-BB8A-4DED-AA76-DAF8AB269EE9}" srcOrd="0" destOrd="0" presId="urn:microsoft.com/office/officeart/2005/8/layout/hierarchy1"/>
    <dgm:cxn modelId="{1A23BC9F-E712-4107-8A0F-A76E90BB706B}" type="presParOf" srcId="{6D017F55-6764-4112-BA81-F9E3B356AD9A}" destId="{F147EB16-AB02-46B7-A19F-B771F6ADD5F9}" srcOrd="1" destOrd="0" presId="urn:microsoft.com/office/officeart/2005/8/layout/hierarchy1"/>
    <dgm:cxn modelId="{AC331DAE-D7EA-4E25-B84D-9347AB2202A7}" type="presParOf" srcId="{C4C160F4-6B90-462C-B9D9-F0370A39C5E0}" destId="{FCA9DB7D-CBF6-46B1-8E9E-18BB8BBB3EE7}" srcOrd="1" destOrd="0" presId="urn:microsoft.com/office/officeart/2005/8/layout/hierarchy1"/>
    <dgm:cxn modelId="{8AB08AC1-E0D2-4BA6-9B5D-A4E27DFE3491}" type="presParOf" srcId="{4FEA7C6A-E7E4-4E71-BF70-9B21886AE470}" destId="{6370E89F-6612-46EC-AFC9-C5A6703A9129}" srcOrd="2" destOrd="0" presId="urn:microsoft.com/office/officeart/2005/8/layout/hierarchy1"/>
    <dgm:cxn modelId="{9CAE015C-B65B-47EA-A520-6CE7BFE780BB}" type="presParOf" srcId="{6370E89F-6612-46EC-AFC9-C5A6703A9129}" destId="{BAB36AE3-CD51-47B7-8F51-F4378C882DB4}" srcOrd="0" destOrd="0" presId="urn:microsoft.com/office/officeart/2005/8/layout/hierarchy1"/>
    <dgm:cxn modelId="{68FB96D0-FAC4-423F-AADE-9F546996B5CC}" type="presParOf" srcId="{BAB36AE3-CD51-47B7-8F51-F4378C882DB4}" destId="{D74BC96B-941B-4749-8193-8716BF3A143B}" srcOrd="0" destOrd="0" presId="urn:microsoft.com/office/officeart/2005/8/layout/hierarchy1"/>
    <dgm:cxn modelId="{FD7548F1-4E17-40B0-93FB-1402A11C85F3}" type="presParOf" srcId="{BAB36AE3-CD51-47B7-8F51-F4378C882DB4}" destId="{3CEE341A-4201-4E92-AD93-1254B88E390D}" srcOrd="1" destOrd="0" presId="urn:microsoft.com/office/officeart/2005/8/layout/hierarchy1"/>
    <dgm:cxn modelId="{A44093E3-DA4B-47FE-8F90-7932F3591ABA}" type="presParOf" srcId="{6370E89F-6612-46EC-AFC9-C5A6703A9129}" destId="{A58DABE7-F42C-4B51-BA89-33B83F30DE00}" srcOrd="1" destOrd="0" presId="urn:microsoft.com/office/officeart/2005/8/layout/hierarchy1"/>
    <dgm:cxn modelId="{0CB14596-76D6-4FA6-91FB-BCA1DDB3510D}" type="presParOf" srcId="{4FEA7C6A-E7E4-4E71-BF70-9B21886AE470}" destId="{B98B40EC-F17C-4760-9199-F1872AC5A39F}" srcOrd="3" destOrd="0" presId="urn:microsoft.com/office/officeart/2005/8/layout/hierarchy1"/>
    <dgm:cxn modelId="{DE0E20B0-41BA-4754-A3A5-19DE59AA8BD3}" type="presParOf" srcId="{B98B40EC-F17C-4760-9199-F1872AC5A39F}" destId="{9862D04C-AF8D-47B4-BD60-D7BBC9A664C2}" srcOrd="0" destOrd="0" presId="urn:microsoft.com/office/officeart/2005/8/layout/hierarchy1"/>
    <dgm:cxn modelId="{67EC4C5F-FD29-4927-AFE7-BA2F61D7EFE1}" type="presParOf" srcId="{9862D04C-AF8D-47B4-BD60-D7BBC9A664C2}" destId="{6A51A21F-0DB7-49AB-AAC3-4FDFD6E63612}" srcOrd="0" destOrd="0" presId="urn:microsoft.com/office/officeart/2005/8/layout/hierarchy1"/>
    <dgm:cxn modelId="{F56D8AB6-1179-4D25-94A0-F67F20923B5A}" type="presParOf" srcId="{9862D04C-AF8D-47B4-BD60-D7BBC9A664C2}" destId="{BA20DAA9-F98F-4D24-A296-7973644194D0}" srcOrd="1" destOrd="0" presId="urn:microsoft.com/office/officeart/2005/8/layout/hierarchy1"/>
    <dgm:cxn modelId="{2AF7B886-4A39-481B-8A0B-40EA1AEBBD17}" type="presParOf" srcId="{B98B40EC-F17C-4760-9199-F1872AC5A39F}" destId="{2371BB17-D540-48B2-B444-61EFD5FC2E2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CEAD1C-6DC5-424F-B238-411C33D3FA1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0E2B3EE-D702-411E-9150-CF7A55B795BE}">
      <dgm:prSet/>
      <dgm:spPr/>
      <dgm:t>
        <a:bodyPr/>
        <a:lstStyle/>
        <a:p>
          <a:r>
            <a:rPr lang="en-US"/>
            <a:t>Hounslow, Hammersmith &amp; Fulham, Brent</a:t>
          </a:r>
        </a:p>
      </dgm:t>
    </dgm:pt>
    <dgm:pt modelId="{730ACD78-615C-4F40-A7D8-BCF9C9F115BE}" type="parTrans" cxnId="{5005E5A4-625B-4EDF-A03D-6A5FDC20BE92}">
      <dgm:prSet/>
      <dgm:spPr/>
      <dgm:t>
        <a:bodyPr/>
        <a:lstStyle/>
        <a:p>
          <a:endParaRPr lang="en-US"/>
        </a:p>
      </dgm:t>
    </dgm:pt>
    <dgm:pt modelId="{8A69B1B5-9D79-4DAF-A3FB-99A24266D0E2}" type="sibTrans" cxnId="{5005E5A4-625B-4EDF-A03D-6A5FDC20BE92}">
      <dgm:prSet/>
      <dgm:spPr/>
      <dgm:t>
        <a:bodyPr/>
        <a:lstStyle/>
        <a:p>
          <a:endParaRPr lang="en-US"/>
        </a:p>
      </dgm:t>
    </dgm:pt>
    <dgm:pt modelId="{974BBA31-C4A8-4245-B77D-F2E75ACC5D2D}">
      <dgm:prSet/>
      <dgm:spPr/>
      <dgm:t>
        <a:bodyPr/>
        <a:lstStyle/>
        <a:p>
          <a:r>
            <a:rPr lang="en-US"/>
            <a:t>Moderate: Ealing, Westminster</a:t>
          </a:r>
        </a:p>
      </dgm:t>
    </dgm:pt>
    <dgm:pt modelId="{E7D33308-3582-4A86-B148-BFE92777F12D}" type="parTrans" cxnId="{B1249691-E9FD-41A4-AB46-742A87F7D228}">
      <dgm:prSet/>
      <dgm:spPr/>
      <dgm:t>
        <a:bodyPr/>
        <a:lstStyle/>
        <a:p>
          <a:endParaRPr lang="en-US"/>
        </a:p>
      </dgm:t>
    </dgm:pt>
    <dgm:pt modelId="{50942B12-C864-4109-872C-CE015F65215A}" type="sibTrans" cxnId="{B1249691-E9FD-41A4-AB46-742A87F7D228}">
      <dgm:prSet/>
      <dgm:spPr/>
      <dgm:t>
        <a:bodyPr/>
        <a:lstStyle/>
        <a:p>
          <a:endParaRPr lang="en-US"/>
        </a:p>
      </dgm:t>
    </dgm:pt>
    <dgm:pt modelId="{96F0802D-159E-45C2-818C-FA97695AE330}">
      <dgm:prSet/>
      <dgm:spPr/>
      <dgm:t>
        <a:bodyPr/>
        <a:lstStyle/>
        <a:p>
          <a:r>
            <a:rPr lang="en-US"/>
            <a:t>Lower: Hillingdon, Harrow, Kensington &amp; Chelsea</a:t>
          </a:r>
        </a:p>
      </dgm:t>
    </dgm:pt>
    <dgm:pt modelId="{6E8B8002-9CAA-468E-B874-3812E9666EE0}" type="parTrans" cxnId="{70144245-5270-485E-9C39-124AF7E3CE7E}">
      <dgm:prSet/>
      <dgm:spPr/>
      <dgm:t>
        <a:bodyPr/>
        <a:lstStyle/>
        <a:p>
          <a:endParaRPr lang="en-US"/>
        </a:p>
      </dgm:t>
    </dgm:pt>
    <dgm:pt modelId="{C4CCDF4E-1490-41BA-B5ED-CB1A9528BDBC}" type="sibTrans" cxnId="{70144245-5270-485E-9C39-124AF7E3CE7E}">
      <dgm:prSet/>
      <dgm:spPr/>
      <dgm:t>
        <a:bodyPr/>
        <a:lstStyle/>
        <a:p>
          <a:endParaRPr lang="en-US"/>
        </a:p>
      </dgm:t>
    </dgm:pt>
    <dgm:pt modelId="{C285030E-182F-4F60-9800-1366FEEF6C97}" type="pres">
      <dgm:prSet presAssocID="{9ACEAD1C-6DC5-424F-B238-411C33D3FA19}" presName="Name0" presStyleCnt="0">
        <dgm:presLayoutVars>
          <dgm:dir/>
          <dgm:animLvl val="lvl"/>
          <dgm:resizeHandles val="exact"/>
        </dgm:presLayoutVars>
      </dgm:prSet>
      <dgm:spPr/>
    </dgm:pt>
    <dgm:pt modelId="{E6E98348-5369-44F6-B382-6F35E4E1DCA7}" type="pres">
      <dgm:prSet presAssocID="{40E2B3EE-D702-411E-9150-CF7A55B795BE}" presName="linNode" presStyleCnt="0"/>
      <dgm:spPr/>
    </dgm:pt>
    <dgm:pt modelId="{ECA88EA0-30DE-4908-A0F3-84B76FFB363C}" type="pres">
      <dgm:prSet presAssocID="{40E2B3EE-D702-411E-9150-CF7A55B795BE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414491B9-8C0C-4B92-BC0F-09BFB13BD2DA}" type="pres">
      <dgm:prSet presAssocID="{8A69B1B5-9D79-4DAF-A3FB-99A24266D0E2}" presName="sp" presStyleCnt="0"/>
      <dgm:spPr/>
    </dgm:pt>
    <dgm:pt modelId="{37F6A347-53C4-43AE-928C-9DEFDE1321E5}" type="pres">
      <dgm:prSet presAssocID="{974BBA31-C4A8-4245-B77D-F2E75ACC5D2D}" presName="linNode" presStyleCnt="0"/>
      <dgm:spPr/>
    </dgm:pt>
    <dgm:pt modelId="{D2F2D76A-24A6-4AF9-ADA9-F4A9762B21F2}" type="pres">
      <dgm:prSet presAssocID="{974BBA31-C4A8-4245-B77D-F2E75ACC5D2D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7D852E43-C56F-41D1-A626-34CAB5D062CA}" type="pres">
      <dgm:prSet presAssocID="{50942B12-C864-4109-872C-CE015F65215A}" presName="sp" presStyleCnt="0"/>
      <dgm:spPr/>
    </dgm:pt>
    <dgm:pt modelId="{D6D4491C-D9F8-4102-BA13-B2D099F2B01E}" type="pres">
      <dgm:prSet presAssocID="{96F0802D-159E-45C2-818C-FA97695AE330}" presName="linNode" presStyleCnt="0"/>
      <dgm:spPr/>
    </dgm:pt>
    <dgm:pt modelId="{2A44E2C2-A182-49EE-B5AF-61F8061AEF12}" type="pres">
      <dgm:prSet presAssocID="{96F0802D-159E-45C2-818C-FA97695AE330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E1A08961-89F6-4649-97FE-4AE963B8B8CA}" type="presOf" srcId="{40E2B3EE-D702-411E-9150-CF7A55B795BE}" destId="{ECA88EA0-30DE-4908-A0F3-84B76FFB363C}" srcOrd="0" destOrd="0" presId="urn:microsoft.com/office/officeart/2005/8/layout/vList5"/>
    <dgm:cxn modelId="{70144245-5270-485E-9C39-124AF7E3CE7E}" srcId="{9ACEAD1C-6DC5-424F-B238-411C33D3FA19}" destId="{96F0802D-159E-45C2-818C-FA97695AE330}" srcOrd="2" destOrd="0" parTransId="{6E8B8002-9CAA-468E-B874-3812E9666EE0}" sibTransId="{C4CCDF4E-1490-41BA-B5ED-CB1A9528BDBC}"/>
    <dgm:cxn modelId="{2E912147-A709-4B72-A984-B199444467DA}" type="presOf" srcId="{96F0802D-159E-45C2-818C-FA97695AE330}" destId="{2A44E2C2-A182-49EE-B5AF-61F8061AEF12}" srcOrd="0" destOrd="0" presId="urn:microsoft.com/office/officeart/2005/8/layout/vList5"/>
    <dgm:cxn modelId="{B1249691-E9FD-41A4-AB46-742A87F7D228}" srcId="{9ACEAD1C-6DC5-424F-B238-411C33D3FA19}" destId="{974BBA31-C4A8-4245-B77D-F2E75ACC5D2D}" srcOrd="1" destOrd="0" parTransId="{E7D33308-3582-4A86-B148-BFE92777F12D}" sibTransId="{50942B12-C864-4109-872C-CE015F65215A}"/>
    <dgm:cxn modelId="{5005E5A4-625B-4EDF-A03D-6A5FDC20BE92}" srcId="{9ACEAD1C-6DC5-424F-B238-411C33D3FA19}" destId="{40E2B3EE-D702-411E-9150-CF7A55B795BE}" srcOrd="0" destOrd="0" parTransId="{730ACD78-615C-4F40-A7D8-BCF9C9F115BE}" sibTransId="{8A69B1B5-9D79-4DAF-A3FB-99A24266D0E2}"/>
    <dgm:cxn modelId="{FDC430AF-CBD1-4177-840C-6C4E56E01721}" type="presOf" srcId="{974BBA31-C4A8-4245-B77D-F2E75ACC5D2D}" destId="{D2F2D76A-24A6-4AF9-ADA9-F4A9762B21F2}" srcOrd="0" destOrd="0" presId="urn:microsoft.com/office/officeart/2005/8/layout/vList5"/>
    <dgm:cxn modelId="{779E89C6-FE4A-46D3-BFEB-EF5F8C498B07}" type="presOf" srcId="{9ACEAD1C-6DC5-424F-B238-411C33D3FA19}" destId="{C285030E-182F-4F60-9800-1366FEEF6C97}" srcOrd="0" destOrd="0" presId="urn:microsoft.com/office/officeart/2005/8/layout/vList5"/>
    <dgm:cxn modelId="{1F5AEA14-92BF-4FCB-98CF-C24046EA1398}" type="presParOf" srcId="{C285030E-182F-4F60-9800-1366FEEF6C97}" destId="{E6E98348-5369-44F6-B382-6F35E4E1DCA7}" srcOrd="0" destOrd="0" presId="urn:microsoft.com/office/officeart/2005/8/layout/vList5"/>
    <dgm:cxn modelId="{BCCEB76A-3C7A-4196-AB3B-66A34C02B5E1}" type="presParOf" srcId="{E6E98348-5369-44F6-B382-6F35E4E1DCA7}" destId="{ECA88EA0-30DE-4908-A0F3-84B76FFB363C}" srcOrd="0" destOrd="0" presId="urn:microsoft.com/office/officeart/2005/8/layout/vList5"/>
    <dgm:cxn modelId="{6FA2DD10-E048-47AE-892D-D2B8388D80E0}" type="presParOf" srcId="{C285030E-182F-4F60-9800-1366FEEF6C97}" destId="{414491B9-8C0C-4B92-BC0F-09BFB13BD2DA}" srcOrd="1" destOrd="0" presId="urn:microsoft.com/office/officeart/2005/8/layout/vList5"/>
    <dgm:cxn modelId="{F36E2689-DCD4-48E8-93E4-0C6493A09747}" type="presParOf" srcId="{C285030E-182F-4F60-9800-1366FEEF6C97}" destId="{37F6A347-53C4-43AE-928C-9DEFDE1321E5}" srcOrd="2" destOrd="0" presId="urn:microsoft.com/office/officeart/2005/8/layout/vList5"/>
    <dgm:cxn modelId="{8E1F384F-62D7-42DD-8FD0-266F7576DD2D}" type="presParOf" srcId="{37F6A347-53C4-43AE-928C-9DEFDE1321E5}" destId="{D2F2D76A-24A6-4AF9-ADA9-F4A9762B21F2}" srcOrd="0" destOrd="0" presId="urn:microsoft.com/office/officeart/2005/8/layout/vList5"/>
    <dgm:cxn modelId="{743F28AE-8E38-476A-9818-C562D15F3AA3}" type="presParOf" srcId="{C285030E-182F-4F60-9800-1366FEEF6C97}" destId="{7D852E43-C56F-41D1-A626-34CAB5D062CA}" srcOrd="3" destOrd="0" presId="urn:microsoft.com/office/officeart/2005/8/layout/vList5"/>
    <dgm:cxn modelId="{B3E98C58-589D-4864-AADB-66FECF02E97A}" type="presParOf" srcId="{C285030E-182F-4F60-9800-1366FEEF6C97}" destId="{D6D4491C-D9F8-4102-BA13-B2D099F2B01E}" srcOrd="4" destOrd="0" presId="urn:microsoft.com/office/officeart/2005/8/layout/vList5"/>
    <dgm:cxn modelId="{9A4B8EE0-BF01-41A0-B5D7-E1689A6B80BE}" type="presParOf" srcId="{D6D4491C-D9F8-4102-BA13-B2D099F2B01E}" destId="{2A44E2C2-A182-49EE-B5AF-61F8061AEF12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5999E0C-4C05-4F08-A4B8-C14EF49816F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4D46775-E6C5-4B97-B74C-FF073ED5BB02}">
      <dgm:prSet/>
      <dgm:spPr/>
      <dgm:t>
        <a:bodyPr/>
        <a:lstStyle/>
        <a:p>
          <a:r>
            <a:rPr lang="en-US" dirty="0"/>
            <a:t>Prevention gaps</a:t>
          </a:r>
        </a:p>
      </dgm:t>
    </dgm:pt>
    <dgm:pt modelId="{00ABED01-DA17-4656-B175-664C342A1E10}" type="parTrans" cxnId="{79ACF6B8-2390-4CC0-A728-733AAE873E14}">
      <dgm:prSet/>
      <dgm:spPr/>
      <dgm:t>
        <a:bodyPr/>
        <a:lstStyle/>
        <a:p>
          <a:endParaRPr lang="en-US"/>
        </a:p>
      </dgm:t>
    </dgm:pt>
    <dgm:pt modelId="{3D7F3151-D01B-4B03-83F4-8A32869076F0}" type="sibTrans" cxnId="{79ACF6B8-2390-4CC0-A728-733AAE873E14}">
      <dgm:prSet/>
      <dgm:spPr/>
      <dgm:t>
        <a:bodyPr/>
        <a:lstStyle/>
        <a:p>
          <a:endParaRPr lang="en-US"/>
        </a:p>
      </dgm:t>
    </dgm:pt>
    <dgm:pt modelId="{DFF9D2CF-40BB-46DC-94EC-FD7E8459815F}">
      <dgm:prSet/>
      <dgm:spPr/>
      <dgm:t>
        <a:bodyPr/>
        <a:lstStyle/>
        <a:p>
          <a:r>
            <a:rPr lang="en-US"/>
            <a:t>Access and service pathways</a:t>
          </a:r>
        </a:p>
      </dgm:t>
    </dgm:pt>
    <dgm:pt modelId="{5DBE0639-6401-4734-B398-57BA8D2F7614}" type="parTrans" cxnId="{143102E7-C602-4FBB-9482-2756DF650AE6}">
      <dgm:prSet/>
      <dgm:spPr/>
      <dgm:t>
        <a:bodyPr/>
        <a:lstStyle/>
        <a:p>
          <a:endParaRPr lang="en-US"/>
        </a:p>
      </dgm:t>
    </dgm:pt>
    <dgm:pt modelId="{208D4575-30D2-46E0-A7E1-46F072A4AA47}" type="sibTrans" cxnId="{143102E7-C602-4FBB-9482-2756DF650AE6}">
      <dgm:prSet/>
      <dgm:spPr/>
      <dgm:t>
        <a:bodyPr/>
        <a:lstStyle/>
        <a:p>
          <a:endParaRPr lang="en-US"/>
        </a:p>
      </dgm:t>
    </dgm:pt>
    <dgm:pt modelId="{07B4A147-2EA5-4787-8588-D0F4348F73D2}">
      <dgm:prSet/>
      <dgm:spPr/>
      <dgm:t>
        <a:bodyPr/>
        <a:lstStyle/>
        <a:p>
          <a:r>
            <a:rPr lang="en-US"/>
            <a:t>Structural determinants</a:t>
          </a:r>
        </a:p>
      </dgm:t>
    </dgm:pt>
    <dgm:pt modelId="{A5AF3FA0-2F19-40A4-A668-63AA861CAFC6}" type="parTrans" cxnId="{BB273175-A0E7-4DBC-967B-BD123733EF6C}">
      <dgm:prSet/>
      <dgm:spPr/>
      <dgm:t>
        <a:bodyPr/>
        <a:lstStyle/>
        <a:p>
          <a:endParaRPr lang="en-US"/>
        </a:p>
      </dgm:t>
    </dgm:pt>
    <dgm:pt modelId="{CCDDF292-3B98-49B5-BD30-59B16E55C7CA}" type="sibTrans" cxnId="{BB273175-A0E7-4DBC-967B-BD123733EF6C}">
      <dgm:prSet/>
      <dgm:spPr/>
      <dgm:t>
        <a:bodyPr/>
        <a:lstStyle/>
        <a:p>
          <a:endParaRPr lang="en-US"/>
        </a:p>
      </dgm:t>
    </dgm:pt>
    <dgm:pt modelId="{2479B8E2-C843-47D5-9B1F-B7904A1DC312}">
      <dgm:prSet/>
      <dgm:spPr/>
      <dgm:t>
        <a:bodyPr/>
        <a:lstStyle/>
        <a:p>
          <a:r>
            <a:rPr lang="en-US"/>
            <a:t>Population exposure</a:t>
          </a:r>
        </a:p>
      </dgm:t>
    </dgm:pt>
    <dgm:pt modelId="{1CF6AD98-D6E2-42D6-B504-244E09B73BDB}" type="parTrans" cxnId="{4D4B4BC8-9294-4E2D-85E7-C9D75D497419}">
      <dgm:prSet/>
      <dgm:spPr/>
      <dgm:t>
        <a:bodyPr/>
        <a:lstStyle/>
        <a:p>
          <a:endParaRPr lang="en-US"/>
        </a:p>
      </dgm:t>
    </dgm:pt>
    <dgm:pt modelId="{D470217F-A62A-497C-9F1D-1CC39EC2F74A}" type="sibTrans" cxnId="{4D4B4BC8-9294-4E2D-85E7-C9D75D497419}">
      <dgm:prSet/>
      <dgm:spPr/>
      <dgm:t>
        <a:bodyPr/>
        <a:lstStyle/>
        <a:p>
          <a:endParaRPr lang="en-US"/>
        </a:p>
      </dgm:t>
    </dgm:pt>
    <dgm:pt modelId="{CC24EA36-BCEC-42C6-8C74-B47006390AA6}" type="pres">
      <dgm:prSet presAssocID="{B5999E0C-4C05-4F08-A4B8-C14EF49816F1}" presName="linear" presStyleCnt="0">
        <dgm:presLayoutVars>
          <dgm:animLvl val="lvl"/>
          <dgm:resizeHandles val="exact"/>
        </dgm:presLayoutVars>
      </dgm:prSet>
      <dgm:spPr/>
    </dgm:pt>
    <dgm:pt modelId="{BA536743-E2B3-4634-9928-28FCF098FCC4}" type="pres">
      <dgm:prSet presAssocID="{C4D46775-E6C5-4B97-B74C-FF073ED5BB0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72612A3-340C-411E-887C-28FCD53737A0}" type="pres">
      <dgm:prSet presAssocID="{3D7F3151-D01B-4B03-83F4-8A32869076F0}" presName="spacer" presStyleCnt="0"/>
      <dgm:spPr/>
    </dgm:pt>
    <dgm:pt modelId="{F1D51BB6-2172-41DA-BB48-A2C0C163E97F}" type="pres">
      <dgm:prSet presAssocID="{DFF9D2CF-40BB-46DC-94EC-FD7E8459815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E9A5A7E-239B-4330-89C1-543331C42D7B}" type="pres">
      <dgm:prSet presAssocID="{208D4575-30D2-46E0-A7E1-46F072A4AA47}" presName="spacer" presStyleCnt="0"/>
      <dgm:spPr/>
    </dgm:pt>
    <dgm:pt modelId="{25EE5021-55F3-4C2B-9365-A296F1F27928}" type="pres">
      <dgm:prSet presAssocID="{07B4A147-2EA5-4787-8588-D0F4348F73D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7FA3243-82C8-42CE-8045-49E59DED7590}" type="pres">
      <dgm:prSet presAssocID="{CCDDF292-3B98-49B5-BD30-59B16E55C7CA}" presName="spacer" presStyleCnt="0"/>
      <dgm:spPr/>
    </dgm:pt>
    <dgm:pt modelId="{4CC45933-CD69-4D80-B725-D354D59A6384}" type="pres">
      <dgm:prSet presAssocID="{2479B8E2-C843-47D5-9B1F-B7904A1DC31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B922E02-4041-463B-BF87-562EF32B8628}" type="presOf" srcId="{B5999E0C-4C05-4F08-A4B8-C14EF49816F1}" destId="{CC24EA36-BCEC-42C6-8C74-B47006390AA6}" srcOrd="0" destOrd="0" presId="urn:microsoft.com/office/officeart/2005/8/layout/vList2"/>
    <dgm:cxn modelId="{5627AF6B-D984-4B84-A1BE-5359CDF7D6D0}" type="presOf" srcId="{2479B8E2-C843-47D5-9B1F-B7904A1DC312}" destId="{4CC45933-CD69-4D80-B725-D354D59A6384}" srcOrd="0" destOrd="0" presId="urn:microsoft.com/office/officeart/2005/8/layout/vList2"/>
    <dgm:cxn modelId="{4CF51A6F-3FDB-40E9-BE55-D5B711378C06}" type="presOf" srcId="{DFF9D2CF-40BB-46DC-94EC-FD7E8459815F}" destId="{F1D51BB6-2172-41DA-BB48-A2C0C163E97F}" srcOrd="0" destOrd="0" presId="urn:microsoft.com/office/officeart/2005/8/layout/vList2"/>
    <dgm:cxn modelId="{DA4C4470-491B-467D-9822-16475D869F0F}" type="presOf" srcId="{07B4A147-2EA5-4787-8588-D0F4348F73D2}" destId="{25EE5021-55F3-4C2B-9365-A296F1F27928}" srcOrd="0" destOrd="0" presId="urn:microsoft.com/office/officeart/2005/8/layout/vList2"/>
    <dgm:cxn modelId="{BB273175-A0E7-4DBC-967B-BD123733EF6C}" srcId="{B5999E0C-4C05-4F08-A4B8-C14EF49816F1}" destId="{07B4A147-2EA5-4787-8588-D0F4348F73D2}" srcOrd="2" destOrd="0" parTransId="{A5AF3FA0-2F19-40A4-A668-63AA861CAFC6}" sibTransId="{CCDDF292-3B98-49B5-BD30-59B16E55C7CA}"/>
    <dgm:cxn modelId="{79ACF6B8-2390-4CC0-A728-733AAE873E14}" srcId="{B5999E0C-4C05-4F08-A4B8-C14EF49816F1}" destId="{C4D46775-E6C5-4B97-B74C-FF073ED5BB02}" srcOrd="0" destOrd="0" parTransId="{00ABED01-DA17-4656-B175-664C342A1E10}" sibTransId="{3D7F3151-D01B-4B03-83F4-8A32869076F0}"/>
    <dgm:cxn modelId="{4D4B4BC8-9294-4E2D-85E7-C9D75D497419}" srcId="{B5999E0C-4C05-4F08-A4B8-C14EF49816F1}" destId="{2479B8E2-C843-47D5-9B1F-B7904A1DC312}" srcOrd="3" destOrd="0" parTransId="{1CF6AD98-D6E2-42D6-B504-244E09B73BDB}" sibTransId="{D470217F-A62A-497C-9F1D-1CC39EC2F74A}"/>
    <dgm:cxn modelId="{143102E7-C602-4FBB-9482-2756DF650AE6}" srcId="{B5999E0C-4C05-4F08-A4B8-C14EF49816F1}" destId="{DFF9D2CF-40BB-46DC-94EC-FD7E8459815F}" srcOrd="1" destOrd="0" parTransId="{5DBE0639-6401-4734-B398-57BA8D2F7614}" sibTransId="{208D4575-30D2-46E0-A7E1-46F072A4AA47}"/>
    <dgm:cxn modelId="{5F87D3ED-9B29-4D10-9899-FB7A6BC96596}" type="presOf" srcId="{C4D46775-E6C5-4B97-B74C-FF073ED5BB02}" destId="{BA536743-E2B3-4634-9928-28FCF098FCC4}" srcOrd="0" destOrd="0" presId="urn:microsoft.com/office/officeart/2005/8/layout/vList2"/>
    <dgm:cxn modelId="{D5DD0196-13AD-4DD4-BEAD-8BC7F81ABBC6}" type="presParOf" srcId="{CC24EA36-BCEC-42C6-8C74-B47006390AA6}" destId="{BA536743-E2B3-4634-9928-28FCF098FCC4}" srcOrd="0" destOrd="0" presId="urn:microsoft.com/office/officeart/2005/8/layout/vList2"/>
    <dgm:cxn modelId="{CB3D4CD4-69BF-4CC7-850C-41D6E073DC24}" type="presParOf" srcId="{CC24EA36-BCEC-42C6-8C74-B47006390AA6}" destId="{772612A3-340C-411E-887C-28FCD53737A0}" srcOrd="1" destOrd="0" presId="urn:microsoft.com/office/officeart/2005/8/layout/vList2"/>
    <dgm:cxn modelId="{2E50AC62-7402-44FA-8E85-CEB5A1EE732F}" type="presParOf" srcId="{CC24EA36-BCEC-42C6-8C74-B47006390AA6}" destId="{F1D51BB6-2172-41DA-BB48-A2C0C163E97F}" srcOrd="2" destOrd="0" presId="urn:microsoft.com/office/officeart/2005/8/layout/vList2"/>
    <dgm:cxn modelId="{8965CC54-091A-4000-ABF4-CACEEB1DDCB4}" type="presParOf" srcId="{CC24EA36-BCEC-42C6-8C74-B47006390AA6}" destId="{FE9A5A7E-239B-4330-89C1-543331C42D7B}" srcOrd="3" destOrd="0" presId="urn:microsoft.com/office/officeart/2005/8/layout/vList2"/>
    <dgm:cxn modelId="{6AA6DBB1-C2D8-4D55-B2C5-5C9B7D339C56}" type="presParOf" srcId="{CC24EA36-BCEC-42C6-8C74-B47006390AA6}" destId="{25EE5021-55F3-4C2B-9365-A296F1F27928}" srcOrd="4" destOrd="0" presId="urn:microsoft.com/office/officeart/2005/8/layout/vList2"/>
    <dgm:cxn modelId="{89F6ED0D-FD9E-43C6-B01A-CBF9EBA1B7BA}" type="presParOf" srcId="{CC24EA36-BCEC-42C6-8C74-B47006390AA6}" destId="{37FA3243-82C8-42CE-8045-49E59DED7590}" srcOrd="5" destOrd="0" presId="urn:microsoft.com/office/officeart/2005/8/layout/vList2"/>
    <dgm:cxn modelId="{61168C53-E86D-4E59-93B3-CF05780B9073}" type="presParOf" srcId="{CC24EA36-BCEC-42C6-8C74-B47006390AA6}" destId="{4CC45933-CD69-4D80-B725-D354D59A638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D4B2F39-7C85-41A0-8CDA-794555DE5638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65474EF-A280-4087-B06C-D7116D695261}">
      <dgm:prSet/>
      <dgm:spPr/>
      <dgm:t>
        <a:bodyPr/>
        <a:lstStyle/>
        <a:p>
          <a:r>
            <a:rPr lang="en-US"/>
            <a:t>Brent: highest Black population share</a:t>
          </a:r>
        </a:p>
      </dgm:t>
    </dgm:pt>
    <dgm:pt modelId="{5055994D-68BE-4D15-8F16-FDEEB7140052}" type="parTrans" cxnId="{A1E67D8D-370E-4097-A2A1-2B9551438610}">
      <dgm:prSet/>
      <dgm:spPr/>
      <dgm:t>
        <a:bodyPr/>
        <a:lstStyle/>
        <a:p>
          <a:endParaRPr lang="en-US"/>
        </a:p>
      </dgm:t>
    </dgm:pt>
    <dgm:pt modelId="{E3563CA8-45F5-4F0B-AFC0-5186B24B73DD}" type="sibTrans" cxnId="{A1E67D8D-370E-4097-A2A1-2B9551438610}">
      <dgm:prSet/>
      <dgm:spPr/>
      <dgm:t>
        <a:bodyPr/>
        <a:lstStyle/>
        <a:p>
          <a:endParaRPr lang="en-US"/>
        </a:p>
      </dgm:t>
    </dgm:pt>
    <dgm:pt modelId="{7F22297E-1061-4586-8DCA-D6701F508BFA}">
      <dgm:prSet/>
      <dgm:spPr/>
      <dgm:t>
        <a:bodyPr/>
        <a:lstStyle/>
        <a:p>
          <a:r>
            <a:rPr lang="en-US"/>
            <a:t>Strongest overlap with inequality</a:t>
          </a:r>
        </a:p>
      </dgm:t>
    </dgm:pt>
    <dgm:pt modelId="{24484890-5109-4C00-B1C8-D4C5C42FA558}" type="parTrans" cxnId="{04239656-1AA7-43DB-9FD0-228A7887CD2E}">
      <dgm:prSet/>
      <dgm:spPr/>
      <dgm:t>
        <a:bodyPr/>
        <a:lstStyle/>
        <a:p>
          <a:endParaRPr lang="en-US"/>
        </a:p>
      </dgm:t>
    </dgm:pt>
    <dgm:pt modelId="{0CC01B11-73C7-492E-99F8-123C9F702C89}" type="sibTrans" cxnId="{04239656-1AA7-43DB-9FD0-228A7887CD2E}">
      <dgm:prSet/>
      <dgm:spPr/>
      <dgm:t>
        <a:bodyPr/>
        <a:lstStyle/>
        <a:p>
          <a:endParaRPr lang="en-US"/>
        </a:p>
      </dgm:t>
    </dgm:pt>
    <dgm:pt modelId="{61B2BEDE-07F5-485A-A382-E2627C4B65D9}">
      <dgm:prSet/>
      <dgm:spPr/>
      <dgm:t>
        <a:bodyPr/>
        <a:lstStyle/>
        <a:p>
          <a:r>
            <a:rPr lang="en-US"/>
            <a:t>Key focus for targeted intervention</a:t>
          </a:r>
        </a:p>
      </dgm:t>
    </dgm:pt>
    <dgm:pt modelId="{B6AFF9AC-CC3D-4984-B0F7-338F5271C2D3}" type="parTrans" cxnId="{BD5A6626-7B2F-48D5-B6CC-A7C31FA6CFFF}">
      <dgm:prSet/>
      <dgm:spPr/>
      <dgm:t>
        <a:bodyPr/>
        <a:lstStyle/>
        <a:p>
          <a:endParaRPr lang="en-US"/>
        </a:p>
      </dgm:t>
    </dgm:pt>
    <dgm:pt modelId="{DD76F125-0ADA-40BE-9CE7-5A8030AD03FD}" type="sibTrans" cxnId="{BD5A6626-7B2F-48D5-B6CC-A7C31FA6CFFF}">
      <dgm:prSet/>
      <dgm:spPr/>
      <dgm:t>
        <a:bodyPr/>
        <a:lstStyle/>
        <a:p>
          <a:endParaRPr lang="en-US"/>
        </a:p>
      </dgm:t>
    </dgm:pt>
    <dgm:pt modelId="{004A2B03-5AD5-469B-805E-E677D546882B}" type="pres">
      <dgm:prSet presAssocID="{4D4B2F39-7C85-41A0-8CDA-794555DE5638}" presName="vert0" presStyleCnt="0">
        <dgm:presLayoutVars>
          <dgm:dir/>
          <dgm:animOne val="branch"/>
          <dgm:animLvl val="lvl"/>
        </dgm:presLayoutVars>
      </dgm:prSet>
      <dgm:spPr/>
    </dgm:pt>
    <dgm:pt modelId="{B9B4AB8A-3979-46CB-B41F-6365D1BC0BE4}" type="pres">
      <dgm:prSet presAssocID="{C65474EF-A280-4087-B06C-D7116D695261}" presName="thickLine" presStyleLbl="alignNode1" presStyleIdx="0" presStyleCnt="3"/>
      <dgm:spPr/>
    </dgm:pt>
    <dgm:pt modelId="{DBFCE32D-21E6-4978-8933-A8E49E0AFD68}" type="pres">
      <dgm:prSet presAssocID="{C65474EF-A280-4087-B06C-D7116D695261}" presName="horz1" presStyleCnt="0"/>
      <dgm:spPr/>
    </dgm:pt>
    <dgm:pt modelId="{8E9C9F74-5D41-457A-B06C-0B20AFF5288C}" type="pres">
      <dgm:prSet presAssocID="{C65474EF-A280-4087-B06C-D7116D695261}" presName="tx1" presStyleLbl="revTx" presStyleIdx="0" presStyleCnt="3"/>
      <dgm:spPr/>
    </dgm:pt>
    <dgm:pt modelId="{4FDDE11B-35A1-4722-A582-3F174520D2A9}" type="pres">
      <dgm:prSet presAssocID="{C65474EF-A280-4087-B06C-D7116D695261}" presName="vert1" presStyleCnt="0"/>
      <dgm:spPr/>
    </dgm:pt>
    <dgm:pt modelId="{D9963837-6D67-4337-9C7F-40EE447F8971}" type="pres">
      <dgm:prSet presAssocID="{7F22297E-1061-4586-8DCA-D6701F508BFA}" presName="thickLine" presStyleLbl="alignNode1" presStyleIdx="1" presStyleCnt="3"/>
      <dgm:spPr/>
    </dgm:pt>
    <dgm:pt modelId="{F040B473-819A-4F29-AAC3-2781E3FE1B8E}" type="pres">
      <dgm:prSet presAssocID="{7F22297E-1061-4586-8DCA-D6701F508BFA}" presName="horz1" presStyleCnt="0"/>
      <dgm:spPr/>
    </dgm:pt>
    <dgm:pt modelId="{8FB7F1F8-AD29-4C3F-B60A-6103C46E4A65}" type="pres">
      <dgm:prSet presAssocID="{7F22297E-1061-4586-8DCA-D6701F508BFA}" presName="tx1" presStyleLbl="revTx" presStyleIdx="1" presStyleCnt="3"/>
      <dgm:spPr/>
    </dgm:pt>
    <dgm:pt modelId="{21178831-4835-472A-BD8B-A30B50889176}" type="pres">
      <dgm:prSet presAssocID="{7F22297E-1061-4586-8DCA-D6701F508BFA}" presName="vert1" presStyleCnt="0"/>
      <dgm:spPr/>
    </dgm:pt>
    <dgm:pt modelId="{19D31366-7FD6-4C09-BB9B-97399F6E28B1}" type="pres">
      <dgm:prSet presAssocID="{61B2BEDE-07F5-485A-A382-E2627C4B65D9}" presName="thickLine" presStyleLbl="alignNode1" presStyleIdx="2" presStyleCnt="3"/>
      <dgm:spPr/>
    </dgm:pt>
    <dgm:pt modelId="{9C990875-E7F1-4A31-A739-1D2298833763}" type="pres">
      <dgm:prSet presAssocID="{61B2BEDE-07F5-485A-A382-E2627C4B65D9}" presName="horz1" presStyleCnt="0"/>
      <dgm:spPr/>
    </dgm:pt>
    <dgm:pt modelId="{3400A1EE-A73E-4DF0-9D5F-26A2DCD093F8}" type="pres">
      <dgm:prSet presAssocID="{61B2BEDE-07F5-485A-A382-E2627C4B65D9}" presName="tx1" presStyleLbl="revTx" presStyleIdx="2" presStyleCnt="3"/>
      <dgm:spPr/>
    </dgm:pt>
    <dgm:pt modelId="{17CCFF35-55FB-4B60-9D23-5B046F260C8F}" type="pres">
      <dgm:prSet presAssocID="{61B2BEDE-07F5-485A-A382-E2627C4B65D9}" presName="vert1" presStyleCnt="0"/>
      <dgm:spPr/>
    </dgm:pt>
  </dgm:ptLst>
  <dgm:cxnLst>
    <dgm:cxn modelId="{BD5A6626-7B2F-48D5-B6CC-A7C31FA6CFFF}" srcId="{4D4B2F39-7C85-41A0-8CDA-794555DE5638}" destId="{61B2BEDE-07F5-485A-A382-E2627C4B65D9}" srcOrd="2" destOrd="0" parTransId="{B6AFF9AC-CC3D-4984-B0F7-338F5271C2D3}" sibTransId="{DD76F125-0ADA-40BE-9CE7-5A8030AD03FD}"/>
    <dgm:cxn modelId="{02DCC35E-9ED2-428D-A238-59A0B67AC021}" type="presOf" srcId="{61B2BEDE-07F5-485A-A382-E2627C4B65D9}" destId="{3400A1EE-A73E-4DF0-9D5F-26A2DCD093F8}" srcOrd="0" destOrd="0" presId="urn:microsoft.com/office/officeart/2008/layout/LinedList"/>
    <dgm:cxn modelId="{04239656-1AA7-43DB-9FD0-228A7887CD2E}" srcId="{4D4B2F39-7C85-41A0-8CDA-794555DE5638}" destId="{7F22297E-1061-4586-8DCA-D6701F508BFA}" srcOrd="1" destOrd="0" parTransId="{24484890-5109-4C00-B1C8-D4C5C42FA558}" sibTransId="{0CC01B11-73C7-492E-99F8-123C9F702C89}"/>
    <dgm:cxn modelId="{BA6F7D89-402F-4C70-9903-21ADABEAECB6}" type="presOf" srcId="{4D4B2F39-7C85-41A0-8CDA-794555DE5638}" destId="{004A2B03-5AD5-469B-805E-E677D546882B}" srcOrd="0" destOrd="0" presId="urn:microsoft.com/office/officeart/2008/layout/LinedList"/>
    <dgm:cxn modelId="{A1E67D8D-370E-4097-A2A1-2B9551438610}" srcId="{4D4B2F39-7C85-41A0-8CDA-794555DE5638}" destId="{C65474EF-A280-4087-B06C-D7116D695261}" srcOrd="0" destOrd="0" parTransId="{5055994D-68BE-4D15-8F16-FDEEB7140052}" sibTransId="{E3563CA8-45F5-4F0B-AFC0-5186B24B73DD}"/>
    <dgm:cxn modelId="{59B3C5A0-D28F-4804-9359-CC04D4119463}" type="presOf" srcId="{C65474EF-A280-4087-B06C-D7116D695261}" destId="{8E9C9F74-5D41-457A-B06C-0B20AFF5288C}" srcOrd="0" destOrd="0" presId="urn:microsoft.com/office/officeart/2008/layout/LinedList"/>
    <dgm:cxn modelId="{740DA2EF-45D2-45DC-8B1E-04FA61406374}" type="presOf" srcId="{7F22297E-1061-4586-8DCA-D6701F508BFA}" destId="{8FB7F1F8-AD29-4C3F-B60A-6103C46E4A65}" srcOrd="0" destOrd="0" presId="urn:microsoft.com/office/officeart/2008/layout/LinedList"/>
    <dgm:cxn modelId="{89A082E7-CB32-4787-987A-B598788217BD}" type="presParOf" srcId="{004A2B03-5AD5-469B-805E-E677D546882B}" destId="{B9B4AB8A-3979-46CB-B41F-6365D1BC0BE4}" srcOrd="0" destOrd="0" presId="urn:microsoft.com/office/officeart/2008/layout/LinedList"/>
    <dgm:cxn modelId="{1F67FB66-4DC7-41E4-B678-64D0CA365ADC}" type="presParOf" srcId="{004A2B03-5AD5-469B-805E-E677D546882B}" destId="{DBFCE32D-21E6-4978-8933-A8E49E0AFD68}" srcOrd="1" destOrd="0" presId="urn:microsoft.com/office/officeart/2008/layout/LinedList"/>
    <dgm:cxn modelId="{1F57D2CB-E7E3-4E70-851E-7E9FFF02B403}" type="presParOf" srcId="{DBFCE32D-21E6-4978-8933-A8E49E0AFD68}" destId="{8E9C9F74-5D41-457A-B06C-0B20AFF5288C}" srcOrd="0" destOrd="0" presId="urn:microsoft.com/office/officeart/2008/layout/LinedList"/>
    <dgm:cxn modelId="{1BAB3D76-FA38-4EC0-BAE1-B715141FAB0F}" type="presParOf" srcId="{DBFCE32D-21E6-4978-8933-A8E49E0AFD68}" destId="{4FDDE11B-35A1-4722-A582-3F174520D2A9}" srcOrd="1" destOrd="0" presId="urn:microsoft.com/office/officeart/2008/layout/LinedList"/>
    <dgm:cxn modelId="{D435910A-DD62-4F12-871C-8D98EDEEFDD7}" type="presParOf" srcId="{004A2B03-5AD5-469B-805E-E677D546882B}" destId="{D9963837-6D67-4337-9C7F-40EE447F8971}" srcOrd="2" destOrd="0" presId="urn:microsoft.com/office/officeart/2008/layout/LinedList"/>
    <dgm:cxn modelId="{B7EDF9E0-F9EA-43C0-98D9-419CD267CC02}" type="presParOf" srcId="{004A2B03-5AD5-469B-805E-E677D546882B}" destId="{F040B473-819A-4F29-AAC3-2781E3FE1B8E}" srcOrd="3" destOrd="0" presId="urn:microsoft.com/office/officeart/2008/layout/LinedList"/>
    <dgm:cxn modelId="{D48F7E26-40F0-48B5-8EDF-90D689AC3807}" type="presParOf" srcId="{F040B473-819A-4F29-AAC3-2781E3FE1B8E}" destId="{8FB7F1F8-AD29-4C3F-B60A-6103C46E4A65}" srcOrd="0" destOrd="0" presId="urn:microsoft.com/office/officeart/2008/layout/LinedList"/>
    <dgm:cxn modelId="{709E3340-F790-42BE-B936-C7E44F9C490A}" type="presParOf" srcId="{F040B473-819A-4F29-AAC3-2781E3FE1B8E}" destId="{21178831-4835-472A-BD8B-A30B50889176}" srcOrd="1" destOrd="0" presId="urn:microsoft.com/office/officeart/2008/layout/LinedList"/>
    <dgm:cxn modelId="{35265207-FFCA-4996-983A-4ADC8A7ED5F5}" type="presParOf" srcId="{004A2B03-5AD5-469B-805E-E677D546882B}" destId="{19D31366-7FD6-4C09-BB9B-97399F6E28B1}" srcOrd="4" destOrd="0" presId="urn:microsoft.com/office/officeart/2008/layout/LinedList"/>
    <dgm:cxn modelId="{C9F30557-6733-4110-B39A-977F6F7DCA87}" type="presParOf" srcId="{004A2B03-5AD5-469B-805E-E677D546882B}" destId="{9C990875-E7F1-4A31-A739-1D2298833763}" srcOrd="5" destOrd="0" presId="urn:microsoft.com/office/officeart/2008/layout/LinedList"/>
    <dgm:cxn modelId="{29D493A3-2B52-4543-812C-80E5DEFB10C9}" type="presParOf" srcId="{9C990875-E7F1-4A31-A739-1D2298833763}" destId="{3400A1EE-A73E-4DF0-9D5F-26A2DCD093F8}" srcOrd="0" destOrd="0" presId="urn:microsoft.com/office/officeart/2008/layout/LinedList"/>
    <dgm:cxn modelId="{4CB56454-087F-496E-88C8-3FFB87852552}" type="presParOf" srcId="{9C990875-E7F1-4A31-A739-1D2298833763}" destId="{17CCFF35-55FB-4B60-9D23-5B046F260C8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66CE1BA-20C2-4C86-BD19-336FDA123875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0EA7FDD-2596-49D2-80C9-20D412C55DBD}">
      <dgm:prSet/>
      <dgm:spPr/>
      <dgm:t>
        <a:bodyPr/>
        <a:lstStyle/>
        <a:p>
          <a:r>
            <a:rPr lang="en-US"/>
            <a:t>Weak prevention linked to higher inequality</a:t>
          </a:r>
        </a:p>
      </dgm:t>
    </dgm:pt>
    <dgm:pt modelId="{B7FC6E68-C5FE-4AAB-AF39-FC94A7E5143D}" type="parTrans" cxnId="{27DE101C-B357-45E2-ADD3-1AD2179612FA}">
      <dgm:prSet/>
      <dgm:spPr/>
      <dgm:t>
        <a:bodyPr/>
        <a:lstStyle/>
        <a:p>
          <a:endParaRPr lang="en-US"/>
        </a:p>
      </dgm:t>
    </dgm:pt>
    <dgm:pt modelId="{AA9186D6-0668-419C-852C-D48584D52F47}" type="sibTrans" cxnId="{27DE101C-B357-45E2-ADD3-1AD2179612FA}">
      <dgm:prSet/>
      <dgm:spPr/>
      <dgm:t>
        <a:bodyPr/>
        <a:lstStyle/>
        <a:p>
          <a:endParaRPr lang="en-US"/>
        </a:p>
      </dgm:t>
    </dgm:pt>
    <dgm:pt modelId="{9BAEF89F-97C0-45BB-AF32-CE161BC073E4}">
      <dgm:prSet/>
      <dgm:spPr/>
      <dgm:t>
        <a:bodyPr/>
        <a:lstStyle/>
        <a:p>
          <a:r>
            <a:rPr lang="en-US"/>
            <a:t>Early intervention critical</a:t>
          </a:r>
        </a:p>
      </dgm:t>
    </dgm:pt>
    <dgm:pt modelId="{FB53ECAC-DE18-42A6-A5DF-B1C2BDCAE238}" type="parTrans" cxnId="{602D0EF8-7B9B-4FA2-ABE7-ED35F66EF581}">
      <dgm:prSet/>
      <dgm:spPr/>
      <dgm:t>
        <a:bodyPr/>
        <a:lstStyle/>
        <a:p>
          <a:endParaRPr lang="en-US"/>
        </a:p>
      </dgm:t>
    </dgm:pt>
    <dgm:pt modelId="{7E7D33F7-064D-45CE-B4F2-62AD33C6D89C}" type="sibTrans" cxnId="{602D0EF8-7B9B-4FA2-ABE7-ED35F66EF581}">
      <dgm:prSet/>
      <dgm:spPr/>
      <dgm:t>
        <a:bodyPr/>
        <a:lstStyle/>
        <a:p>
          <a:endParaRPr lang="en-US"/>
        </a:p>
      </dgm:t>
    </dgm:pt>
    <dgm:pt modelId="{B443DBDD-9A2F-4F93-BEE8-FEC92D088757}">
      <dgm:prSet/>
      <dgm:spPr/>
      <dgm:t>
        <a:bodyPr/>
        <a:lstStyle/>
        <a:p>
          <a:r>
            <a:rPr lang="en-US"/>
            <a:t>Variation across boroughs</a:t>
          </a:r>
        </a:p>
      </dgm:t>
    </dgm:pt>
    <dgm:pt modelId="{B0837533-332B-466C-BEAE-E60A3FB1965F}" type="parTrans" cxnId="{BBBC6CE1-3343-4FAF-8DA2-FF698F026DED}">
      <dgm:prSet/>
      <dgm:spPr/>
      <dgm:t>
        <a:bodyPr/>
        <a:lstStyle/>
        <a:p>
          <a:endParaRPr lang="en-US"/>
        </a:p>
      </dgm:t>
    </dgm:pt>
    <dgm:pt modelId="{F6336A95-A563-4B8F-8213-3D7626D4B71E}" type="sibTrans" cxnId="{BBBC6CE1-3343-4FAF-8DA2-FF698F026DED}">
      <dgm:prSet/>
      <dgm:spPr/>
      <dgm:t>
        <a:bodyPr/>
        <a:lstStyle/>
        <a:p>
          <a:endParaRPr lang="en-US"/>
        </a:p>
      </dgm:t>
    </dgm:pt>
    <dgm:pt modelId="{425C4BDB-D186-49A3-B3E8-67A40B4DD67B}" type="pres">
      <dgm:prSet presAssocID="{066CE1BA-20C2-4C86-BD19-336FDA123875}" presName="vert0" presStyleCnt="0">
        <dgm:presLayoutVars>
          <dgm:dir/>
          <dgm:animOne val="branch"/>
          <dgm:animLvl val="lvl"/>
        </dgm:presLayoutVars>
      </dgm:prSet>
      <dgm:spPr/>
    </dgm:pt>
    <dgm:pt modelId="{99326CD1-9618-4EED-A150-DE19FBC78A1D}" type="pres">
      <dgm:prSet presAssocID="{20EA7FDD-2596-49D2-80C9-20D412C55DBD}" presName="thickLine" presStyleLbl="alignNode1" presStyleIdx="0" presStyleCnt="3"/>
      <dgm:spPr/>
    </dgm:pt>
    <dgm:pt modelId="{01290AA8-D206-4482-9F59-995F4339B524}" type="pres">
      <dgm:prSet presAssocID="{20EA7FDD-2596-49D2-80C9-20D412C55DBD}" presName="horz1" presStyleCnt="0"/>
      <dgm:spPr/>
    </dgm:pt>
    <dgm:pt modelId="{027465A9-61B2-408C-8C37-DAE068B1F64F}" type="pres">
      <dgm:prSet presAssocID="{20EA7FDD-2596-49D2-80C9-20D412C55DBD}" presName="tx1" presStyleLbl="revTx" presStyleIdx="0" presStyleCnt="3"/>
      <dgm:spPr/>
    </dgm:pt>
    <dgm:pt modelId="{812BA3DE-6E9B-4B8D-AE02-84C0F50FB94C}" type="pres">
      <dgm:prSet presAssocID="{20EA7FDD-2596-49D2-80C9-20D412C55DBD}" presName="vert1" presStyleCnt="0"/>
      <dgm:spPr/>
    </dgm:pt>
    <dgm:pt modelId="{A94109DB-ABA2-4DEB-A2E0-9F9DBEBB0E32}" type="pres">
      <dgm:prSet presAssocID="{9BAEF89F-97C0-45BB-AF32-CE161BC073E4}" presName="thickLine" presStyleLbl="alignNode1" presStyleIdx="1" presStyleCnt="3"/>
      <dgm:spPr/>
    </dgm:pt>
    <dgm:pt modelId="{DA48B2FB-4AF7-4B47-BCB1-94D405C70C28}" type="pres">
      <dgm:prSet presAssocID="{9BAEF89F-97C0-45BB-AF32-CE161BC073E4}" presName="horz1" presStyleCnt="0"/>
      <dgm:spPr/>
    </dgm:pt>
    <dgm:pt modelId="{5C79C1B0-9009-43A4-AFD1-43B7B7F07461}" type="pres">
      <dgm:prSet presAssocID="{9BAEF89F-97C0-45BB-AF32-CE161BC073E4}" presName="tx1" presStyleLbl="revTx" presStyleIdx="1" presStyleCnt="3"/>
      <dgm:spPr/>
    </dgm:pt>
    <dgm:pt modelId="{38D986CD-5DD2-49C0-9E97-47B662FDEF11}" type="pres">
      <dgm:prSet presAssocID="{9BAEF89F-97C0-45BB-AF32-CE161BC073E4}" presName="vert1" presStyleCnt="0"/>
      <dgm:spPr/>
    </dgm:pt>
    <dgm:pt modelId="{EF200557-6E47-4899-A11A-A03C90E84158}" type="pres">
      <dgm:prSet presAssocID="{B443DBDD-9A2F-4F93-BEE8-FEC92D088757}" presName="thickLine" presStyleLbl="alignNode1" presStyleIdx="2" presStyleCnt="3"/>
      <dgm:spPr/>
    </dgm:pt>
    <dgm:pt modelId="{B328B00A-CC99-4311-8E7D-9EB8D7063F61}" type="pres">
      <dgm:prSet presAssocID="{B443DBDD-9A2F-4F93-BEE8-FEC92D088757}" presName="horz1" presStyleCnt="0"/>
      <dgm:spPr/>
    </dgm:pt>
    <dgm:pt modelId="{1ED07DE3-E786-4B97-9F54-EB25C2B0BCF6}" type="pres">
      <dgm:prSet presAssocID="{B443DBDD-9A2F-4F93-BEE8-FEC92D088757}" presName="tx1" presStyleLbl="revTx" presStyleIdx="2" presStyleCnt="3"/>
      <dgm:spPr/>
    </dgm:pt>
    <dgm:pt modelId="{55E723B8-0664-48FC-B9C4-FACA5802EADE}" type="pres">
      <dgm:prSet presAssocID="{B443DBDD-9A2F-4F93-BEE8-FEC92D088757}" presName="vert1" presStyleCnt="0"/>
      <dgm:spPr/>
    </dgm:pt>
  </dgm:ptLst>
  <dgm:cxnLst>
    <dgm:cxn modelId="{27DE101C-B357-45E2-ADD3-1AD2179612FA}" srcId="{066CE1BA-20C2-4C86-BD19-336FDA123875}" destId="{20EA7FDD-2596-49D2-80C9-20D412C55DBD}" srcOrd="0" destOrd="0" parTransId="{B7FC6E68-C5FE-4AAB-AF39-FC94A7E5143D}" sibTransId="{AA9186D6-0668-419C-852C-D48584D52F47}"/>
    <dgm:cxn modelId="{D6D28D27-127F-485C-A611-BF191097D8E8}" type="presOf" srcId="{B443DBDD-9A2F-4F93-BEE8-FEC92D088757}" destId="{1ED07DE3-E786-4B97-9F54-EB25C2B0BCF6}" srcOrd="0" destOrd="0" presId="urn:microsoft.com/office/officeart/2008/layout/LinedList"/>
    <dgm:cxn modelId="{5036638E-096E-4E85-A818-A168BBAE16D5}" type="presOf" srcId="{20EA7FDD-2596-49D2-80C9-20D412C55DBD}" destId="{027465A9-61B2-408C-8C37-DAE068B1F64F}" srcOrd="0" destOrd="0" presId="urn:microsoft.com/office/officeart/2008/layout/LinedList"/>
    <dgm:cxn modelId="{3B3F379E-0FB5-4929-90F0-25354B882918}" type="presOf" srcId="{9BAEF89F-97C0-45BB-AF32-CE161BC073E4}" destId="{5C79C1B0-9009-43A4-AFD1-43B7B7F07461}" srcOrd="0" destOrd="0" presId="urn:microsoft.com/office/officeart/2008/layout/LinedList"/>
    <dgm:cxn modelId="{7D3DCAD4-4AAD-444F-8E1F-CF67BFABFA62}" type="presOf" srcId="{066CE1BA-20C2-4C86-BD19-336FDA123875}" destId="{425C4BDB-D186-49A3-B3E8-67A40B4DD67B}" srcOrd="0" destOrd="0" presId="urn:microsoft.com/office/officeart/2008/layout/LinedList"/>
    <dgm:cxn modelId="{BBBC6CE1-3343-4FAF-8DA2-FF698F026DED}" srcId="{066CE1BA-20C2-4C86-BD19-336FDA123875}" destId="{B443DBDD-9A2F-4F93-BEE8-FEC92D088757}" srcOrd="2" destOrd="0" parTransId="{B0837533-332B-466C-BEAE-E60A3FB1965F}" sibTransId="{F6336A95-A563-4B8F-8213-3D7626D4B71E}"/>
    <dgm:cxn modelId="{602D0EF8-7B9B-4FA2-ABE7-ED35F66EF581}" srcId="{066CE1BA-20C2-4C86-BD19-336FDA123875}" destId="{9BAEF89F-97C0-45BB-AF32-CE161BC073E4}" srcOrd="1" destOrd="0" parTransId="{FB53ECAC-DE18-42A6-A5DF-B1C2BDCAE238}" sibTransId="{7E7D33F7-064D-45CE-B4F2-62AD33C6D89C}"/>
    <dgm:cxn modelId="{1F0EB068-6998-4298-A9FC-61E5934C398E}" type="presParOf" srcId="{425C4BDB-D186-49A3-B3E8-67A40B4DD67B}" destId="{99326CD1-9618-4EED-A150-DE19FBC78A1D}" srcOrd="0" destOrd="0" presId="urn:microsoft.com/office/officeart/2008/layout/LinedList"/>
    <dgm:cxn modelId="{48D5032C-3B8B-4A94-8569-80B8A94B451B}" type="presParOf" srcId="{425C4BDB-D186-49A3-B3E8-67A40B4DD67B}" destId="{01290AA8-D206-4482-9F59-995F4339B524}" srcOrd="1" destOrd="0" presId="urn:microsoft.com/office/officeart/2008/layout/LinedList"/>
    <dgm:cxn modelId="{653CDD6C-7244-40D5-A720-236FFCEA61F1}" type="presParOf" srcId="{01290AA8-D206-4482-9F59-995F4339B524}" destId="{027465A9-61B2-408C-8C37-DAE068B1F64F}" srcOrd="0" destOrd="0" presId="urn:microsoft.com/office/officeart/2008/layout/LinedList"/>
    <dgm:cxn modelId="{E1CE15F7-D9A4-4FB6-9615-49D50DC58BCF}" type="presParOf" srcId="{01290AA8-D206-4482-9F59-995F4339B524}" destId="{812BA3DE-6E9B-4B8D-AE02-84C0F50FB94C}" srcOrd="1" destOrd="0" presId="urn:microsoft.com/office/officeart/2008/layout/LinedList"/>
    <dgm:cxn modelId="{2AB013CC-0779-4547-8EA7-EC83243CDA3D}" type="presParOf" srcId="{425C4BDB-D186-49A3-B3E8-67A40B4DD67B}" destId="{A94109DB-ABA2-4DEB-A2E0-9F9DBEBB0E32}" srcOrd="2" destOrd="0" presId="urn:microsoft.com/office/officeart/2008/layout/LinedList"/>
    <dgm:cxn modelId="{1CEDCBA9-5B23-49D8-8E96-2A41BC34931A}" type="presParOf" srcId="{425C4BDB-D186-49A3-B3E8-67A40B4DD67B}" destId="{DA48B2FB-4AF7-4B47-BCB1-94D405C70C28}" srcOrd="3" destOrd="0" presId="urn:microsoft.com/office/officeart/2008/layout/LinedList"/>
    <dgm:cxn modelId="{F54F2482-6482-4673-9948-A0354E483F82}" type="presParOf" srcId="{DA48B2FB-4AF7-4B47-BCB1-94D405C70C28}" destId="{5C79C1B0-9009-43A4-AFD1-43B7B7F07461}" srcOrd="0" destOrd="0" presId="urn:microsoft.com/office/officeart/2008/layout/LinedList"/>
    <dgm:cxn modelId="{40E4C94E-7881-4EA1-8352-F64288D57326}" type="presParOf" srcId="{DA48B2FB-4AF7-4B47-BCB1-94D405C70C28}" destId="{38D986CD-5DD2-49C0-9E97-47B662FDEF11}" srcOrd="1" destOrd="0" presId="urn:microsoft.com/office/officeart/2008/layout/LinedList"/>
    <dgm:cxn modelId="{8BFE67AD-D232-4C9F-AA43-51E81B676A69}" type="presParOf" srcId="{425C4BDB-D186-49A3-B3E8-67A40B4DD67B}" destId="{EF200557-6E47-4899-A11A-A03C90E84158}" srcOrd="4" destOrd="0" presId="urn:microsoft.com/office/officeart/2008/layout/LinedList"/>
    <dgm:cxn modelId="{3D9FD0A7-FC1D-458C-8973-FB4912AE5162}" type="presParOf" srcId="{425C4BDB-D186-49A3-B3E8-67A40B4DD67B}" destId="{B328B00A-CC99-4311-8E7D-9EB8D7063F61}" srcOrd="5" destOrd="0" presId="urn:microsoft.com/office/officeart/2008/layout/LinedList"/>
    <dgm:cxn modelId="{A06DF157-9C0C-4500-A085-C75646A570CE}" type="presParOf" srcId="{B328B00A-CC99-4311-8E7D-9EB8D7063F61}" destId="{1ED07DE3-E786-4B97-9F54-EB25C2B0BCF6}" srcOrd="0" destOrd="0" presId="urn:microsoft.com/office/officeart/2008/layout/LinedList"/>
    <dgm:cxn modelId="{86505F36-90B7-4FCF-BCD7-9F0EC40216DC}" type="presParOf" srcId="{B328B00A-CC99-4311-8E7D-9EB8D7063F61}" destId="{55E723B8-0664-48FC-B9C4-FACA5802EAD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D2B15C4-1C08-4FE7-B954-A930BDF02096}" type="doc">
      <dgm:prSet loTypeId="urn:microsoft.com/office/officeart/2008/layout/LinedList" loCatId="list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41A14B97-64EA-469D-BCDA-F5C46269040A}">
      <dgm:prSet/>
      <dgm:spPr/>
      <dgm:t>
        <a:bodyPr/>
        <a:lstStyle/>
        <a:p>
          <a:r>
            <a:rPr lang="en-US"/>
            <a:t>Some high-burden boroughs improving</a:t>
          </a:r>
        </a:p>
      </dgm:t>
    </dgm:pt>
    <dgm:pt modelId="{BC8B2D3F-AD21-4ED5-9005-EBDC4FABA5BA}" type="parTrans" cxnId="{0DC9FA81-8B68-4AA1-A525-9572AF54594E}">
      <dgm:prSet/>
      <dgm:spPr/>
      <dgm:t>
        <a:bodyPr/>
        <a:lstStyle/>
        <a:p>
          <a:endParaRPr lang="en-US"/>
        </a:p>
      </dgm:t>
    </dgm:pt>
    <dgm:pt modelId="{779127C3-D33F-48E3-8068-8AA1DF9FD6F1}" type="sibTrans" cxnId="{0DC9FA81-8B68-4AA1-A525-9572AF54594E}">
      <dgm:prSet/>
      <dgm:spPr/>
      <dgm:t>
        <a:bodyPr/>
        <a:lstStyle/>
        <a:p>
          <a:endParaRPr lang="en-US"/>
        </a:p>
      </dgm:t>
    </dgm:pt>
    <dgm:pt modelId="{436C2EE9-AC95-49A5-A90D-21B86D319B73}">
      <dgm:prSet/>
      <dgm:spPr/>
      <dgm:t>
        <a:bodyPr/>
        <a:lstStyle/>
        <a:p>
          <a:r>
            <a:rPr lang="en-US"/>
            <a:t>Harrow emerging risk</a:t>
          </a:r>
        </a:p>
      </dgm:t>
    </dgm:pt>
    <dgm:pt modelId="{D59EE242-59B3-4AA6-AD02-775C8433CF62}" type="parTrans" cxnId="{7F3CC2D6-330D-4C85-91AC-3836EBFD7DFB}">
      <dgm:prSet/>
      <dgm:spPr/>
      <dgm:t>
        <a:bodyPr/>
        <a:lstStyle/>
        <a:p>
          <a:endParaRPr lang="en-US"/>
        </a:p>
      </dgm:t>
    </dgm:pt>
    <dgm:pt modelId="{DB0D6C30-A30D-499E-AAC3-B0DCAB08B9D8}" type="sibTrans" cxnId="{7F3CC2D6-330D-4C85-91AC-3836EBFD7DFB}">
      <dgm:prSet/>
      <dgm:spPr/>
      <dgm:t>
        <a:bodyPr/>
        <a:lstStyle/>
        <a:p>
          <a:endParaRPr lang="en-US"/>
        </a:p>
      </dgm:t>
    </dgm:pt>
    <dgm:pt modelId="{E723C7B8-73D9-40BB-AA78-0034107C953D}">
      <dgm:prSet/>
      <dgm:spPr/>
      <dgm:t>
        <a:bodyPr/>
        <a:lstStyle/>
        <a:p>
          <a:r>
            <a:rPr lang="en-US"/>
            <a:t>Inequality shifting, not disappearing</a:t>
          </a:r>
        </a:p>
      </dgm:t>
    </dgm:pt>
    <dgm:pt modelId="{65691DD5-EB50-41B7-B9E7-93883F08144A}" type="parTrans" cxnId="{00B8BB18-24ED-431C-98C8-2176628AA66E}">
      <dgm:prSet/>
      <dgm:spPr/>
      <dgm:t>
        <a:bodyPr/>
        <a:lstStyle/>
        <a:p>
          <a:endParaRPr lang="en-US"/>
        </a:p>
      </dgm:t>
    </dgm:pt>
    <dgm:pt modelId="{01833B30-42FF-46AB-A198-32D50ACAA51A}" type="sibTrans" cxnId="{00B8BB18-24ED-431C-98C8-2176628AA66E}">
      <dgm:prSet/>
      <dgm:spPr/>
      <dgm:t>
        <a:bodyPr/>
        <a:lstStyle/>
        <a:p>
          <a:endParaRPr lang="en-US"/>
        </a:p>
      </dgm:t>
    </dgm:pt>
    <dgm:pt modelId="{A13D4BF3-108E-4EA0-9566-A530705BF7EC}" type="pres">
      <dgm:prSet presAssocID="{9D2B15C4-1C08-4FE7-B954-A930BDF02096}" presName="vert0" presStyleCnt="0">
        <dgm:presLayoutVars>
          <dgm:dir/>
          <dgm:animOne val="branch"/>
          <dgm:animLvl val="lvl"/>
        </dgm:presLayoutVars>
      </dgm:prSet>
      <dgm:spPr/>
    </dgm:pt>
    <dgm:pt modelId="{2385EA37-635B-4CB5-BB1A-8E51AE70EB06}" type="pres">
      <dgm:prSet presAssocID="{41A14B97-64EA-469D-BCDA-F5C46269040A}" presName="thickLine" presStyleLbl="alignNode1" presStyleIdx="0" presStyleCnt="3"/>
      <dgm:spPr/>
    </dgm:pt>
    <dgm:pt modelId="{4A856A17-DC1F-40C8-B32C-C9C0F0E30319}" type="pres">
      <dgm:prSet presAssocID="{41A14B97-64EA-469D-BCDA-F5C46269040A}" presName="horz1" presStyleCnt="0"/>
      <dgm:spPr/>
    </dgm:pt>
    <dgm:pt modelId="{C1CC2F4D-9A21-4C22-A8C9-9DB11197BE1B}" type="pres">
      <dgm:prSet presAssocID="{41A14B97-64EA-469D-BCDA-F5C46269040A}" presName="tx1" presStyleLbl="revTx" presStyleIdx="0" presStyleCnt="3"/>
      <dgm:spPr/>
    </dgm:pt>
    <dgm:pt modelId="{C664A3FC-D716-4D4B-9AE0-AC45503C626D}" type="pres">
      <dgm:prSet presAssocID="{41A14B97-64EA-469D-BCDA-F5C46269040A}" presName="vert1" presStyleCnt="0"/>
      <dgm:spPr/>
    </dgm:pt>
    <dgm:pt modelId="{EDC32AF5-CA1C-4CF4-A203-09DDA054F81C}" type="pres">
      <dgm:prSet presAssocID="{436C2EE9-AC95-49A5-A90D-21B86D319B73}" presName="thickLine" presStyleLbl="alignNode1" presStyleIdx="1" presStyleCnt="3"/>
      <dgm:spPr/>
    </dgm:pt>
    <dgm:pt modelId="{4BB4786F-5F7C-439F-9A7C-F18E6C25880E}" type="pres">
      <dgm:prSet presAssocID="{436C2EE9-AC95-49A5-A90D-21B86D319B73}" presName="horz1" presStyleCnt="0"/>
      <dgm:spPr/>
    </dgm:pt>
    <dgm:pt modelId="{9BF9A0E7-7E47-4524-B2FC-01D027BEB1AE}" type="pres">
      <dgm:prSet presAssocID="{436C2EE9-AC95-49A5-A90D-21B86D319B73}" presName="tx1" presStyleLbl="revTx" presStyleIdx="1" presStyleCnt="3"/>
      <dgm:spPr/>
    </dgm:pt>
    <dgm:pt modelId="{9CD953ED-367C-48D1-978B-CE9589F41CDE}" type="pres">
      <dgm:prSet presAssocID="{436C2EE9-AC95-49A5-A90D-21B86D319B73}" presName="vert1" presStyleCnt="0"/>
      <dgm:spPr/>
    </dgm:pt>
    <dgm:pt modelId="{8CAADC9B-06A0-482D-BF4A-CC472A96F105}" type="pres">
      <dgm:prSet presAssocID="{E723C7B8-73D9-40BB-AA78-0034107C953D}" presName="thickLine" presStyleLbl="alignNode1" presStyleIdx="2" presStyleCnt="3"/>
      <dgm:spPr/>
    </dgm:pt>
    <dgm:pt modelId="{448D9E45-E868-4BD9-81FE-82B692541CFD}" type="pres">
      <dgm:prSet presAssocID="{E723C7B8-73D9-40BB-AA78-0034107C953D}" presName="horz1" presStyleCnt="0"/>
      <dgm:spPr/>
    </dgm:pt>
    <dgm:pt modelId="{E7EDF8BF-BF8A-433B-81F3-D8AA5F7B5527}" type="pres">
      <dgm:prSet presAssocID="{E723C7B8-73D9-40BB-AA78-0034107C953D}" presName="tx1" presStyleLbl="revTx" presStyleIdx="2" presStyleCnt="3"/>
      <dgm:spPr/>
    </dgm:pt>
    <dgm:pt modelId="{3426F720-4DF5-4152-B040-009C777C690C}" type="pres">
      <dgm:prSet presAssocID="{E723C7B8-73D9-40BB-AA78-0034107C953D}" presName="vert1" presStyleCnt="0"/>
      <dgm:spPr/>
    </dgm:pt>
  </dgm:ptLst>
  <dgm:cxnLst>
    <dgm:cxn modelId="{00B8BB18-24ED-431C-98C8-2176628AA66E}" srcId="{9D2B15C4-1C08-4FE7-B954-A930BDF02096}" destId="{E723C7B8-73D9-40BB-AA78-0034107C953D}" srcOrd="2" destOrd="0" parTransId="{65691DD5-EB50-41B7-B9E7-93883F08144A}" sibTransId="{01833B30-42FF-46AB-A198-32D50ACAA51A}"/>
    <dgm:cxn modelId="{F4ACC162-595C-4B74-AEEC-D384781E9CFD}" type="presOf" srcId="{9D2B15C4-1C08-4FE7-B954-A930BDF02096}" destId="{A13D4BF3-108E-4EA0-9566-A530705BF7EC}" srcOrd="0" destOrd="0" presId="urn:microsoft.com/office/officeart/2008/layout/LinedList"/>
    <dgm:cxn modelId="{0DC9FA81-8B68-4AA1-A525-9572AF54594E}" srcId="{9D2B15C4-1C08-4FE7-B954-A930BDF02096}" destId="{41A14B97-64EA-469D-BCDA-F5C46269040A}" srcOrd="0" destOrd="0" parTransId="{BC8B2D3F-AD21-4ED5-9005-EBDC4FABA5BA}" sibTransId="{779127C3-D33F-48E3-8068-8AA1DF9FD6F1}"/>
    <dgm:cxn modelId="{9BD3D690-0140-4977-A454-EE024C709C75}" type="presOf" srcId="{E723C7B8-73D9-40BB-AA78-0034107C953D}" destId="{E7EDF8BF-BF8A-433B-81F3-D8AA5F7B5527}" srcOrd="0" destOrd="0" presId="urn:microsoft.com/office/officeart/2008/layout/LinedList"/>
    <dgm:cxn modelId="{EEFB2F96-5E38-4F96-AEA0-49BE48EB3085}" type="presOf" srcId="{41A14B97-64EA-469D-BCDA-F5C46269040A}" destId="{C1CC2F4D-9A21-4C22-A8C9-9DB11197BE1B}" srcOrd="0" destOrd="0" presId="urn:microsoft.com/office/officeart/2008/layout/LinedList"/>
    <dgm:cxn modelId="{7F3CC2D6-330D-4C85-91AC-3836EBFD7DFB}" srcId="{9D2B15C4-1C08-4FE7-B954-A930BDF02096}" destId="{436C2EE9-AC95-49A5-A90D-21B86D319B73}" srcOrd="1" destOrd="0" parTransId="{D59EE242-59B3-4AA6-AD02-775C8433CF62}" sibTransId="{DB0D6C30-A30D-499E-AAC3-B0DCAB08B9D8}"/>
    <dgm:cxn modelId="{AA2980E2-17B1-4B05-9E16-C2C9ADB27FC9}" type="presOf" srcId="{436C2EE9-AC95-49A5-A90D-21B86D319B73}" destId="{9BF9A0E7-7E47-4524-B2FC-01D027BEB1AE}" srcOrd="0" destOrd="0" presId="urn:microsoft.com/office/officeart/2008/layout/LinedList"/>
    <dgm:cxn modelId="{0BF5A80B-0855-4BF1-B0A6-854F81AD1B88}" type="presParOf" srcId="{A13D4BF3-108E-4EA0-9566-A530705BF7EC}" destId="{2385EA37-635B-4CB5-BB1A-8E51AE70EB06}" srcOrd="0" destOrd="0" presId="urn:microsoft.com/office/officeart/2008/layout/LinedList"/>
    <dgm:cxn modelId="{8E059F90-013B-49D4-A26A-259E514F3253}" type="presParOf" srcId="{A13D4BF3-108E-4EA0-9566-A530705BF7EC}" destId="{4A856A17-DC1F-40C8-B32C-C9C0F0E30319}" srcOrd="1" destOrd="0" presId="urn:microsoft.com/office/officeart/2008/layout/LinedList"/>
    <dgm:cxn modelId="{6ACA2640-AA3A-4580-8B39-C574A789122D}" type="presParOf" srcId="{4A856A17-DC1F-40C8-B32C-C9C0F0E30319}" destId="{C1CC2F4D-9A21-4C22-A8C9-9DB11197BE1B}" srcOrd="0" destOrd="0" presId="urn:microsoft.com/office/officeart/2008/layout/LinedList"/>
    <dgm:cxn modelId="{3A3DFF97-E063-4167-9C27-FFD341CB4455}" type="presParOf" srcId="{4A856A17-DC1F-40C8-B32C-C9C0F0E30319}" destId="{C664A3FC-D716-4D4B-9AE0-AC45503C626D}" srcOrd="1" destOrd="0" presId="urn:microsoft.com/office/officeart/2008/layout/LinedList"/>
    <dgm:cxn modelId="{A34F17A0-8790-49D1-8392-D4A1D1B093F6}" type="presParOf" srcId="{A13D4BF3-108E-4EA0-9566-A530705BF7EC}" destId="{EDC32AF5-CA1C-4CF4-A203-09DDA054F81C}" srcOrd="2" destOrd="0" presId="urn:microsoft.com/office/officeart/2008/layout/LinedList"/>
    <dgm:cxn modelId="{3507EC09-2D47-464F-893B-02BBB425D3FD}" type="presParOf" srcId="{A13D4BF3-108E-4EA0-9566-A530705BF7EC}" destId="{4BB4786F-5F7C-439F-9A7C-F18E6C25880E}" srcOrd="3" destOrd="0" presId="urn:microsoft.com/office/officeart/2008/layout/LinedList"/>
    <dgm:cxn modelId="{788DC68F-5419-4685-8CC2-FD8987A8FE28}" type="presParOf" srcId="{4BB4786F-5F7C-439F-9A7C-F18E6C25880E}" destId="{9BF9A0E7-7E47-4524-B2FC-01D027BEB1AE}" srcOrd="0" destOrd="0" presId="urn:microsoft.com/office/officeart/2008/layout/LinedList"/>
    <dgm:cxn modelId="{7AFCAF96-487B-42EF-9228-47925B1624D8}" type="presParOf" srcId="{4BB4786F-5F7C-439F-9A7C-F18E6C25880E}" destId="{9CD953ED-367C-48D1-978B-CE9589F41CDE}" srcOrd="1" destOrd="0" presId="urn:microsoft.com/office/officeart/2008/layout/LinedList"/>
    <dgm:cxn modelId="{9F907888-BCC6-4786-ACE7-B2E417033F17}" type="presParOf" srcId="{A13D4BF3-108E-4EA0-9566-A530705BF7EC}" destId="{8CAADC9B-06A0-482D-BF4A-CC472A96F105}" srcOrd="4" destOrd="0" presId="urn:microsoft.com/office/officeart/2008/layout/LinedList"/>
    <dgm:cxn modelId="{97B240FA-8443-4122-A09C-7693FD32C582}" type="presParOf" srcId="{A13D4BF3-108E-4EA0-9566-A530705BF7EC}" destId="{448D9E45-E868-4BD9-81FE-82B692541CFD}" srcOrd="5" destOrd="0" presId="urn:microsoft.com/office/officeart/2008/layout/LinedList"/>
    <dgm:cxn modelId="{63F123DA-C1BD-49A4-8A65-A55DA048C408}" type="presParOf" srcId="{448D9E45-E868-4BD9-81FE-82B692541CFD}" destId="{E7EDF8BF-BF8A-433B-81F3-D8AA5F7B5527}" srcOrd="0" destOrd="0" presId="urn:microsoft.com/office/officeart/2008/layout/LinedList"/>
    <dgm:cxn modelId="{ADBD5B99-62F0-4503-9609-FA3AB665820A}" type="presParOf" srcId="{448D9E45-E868-4BD9-81FE-82B692541CFD}" destId="{3426F720-4DF5-4152-B040-009C777C690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E1CF412-7F41-44B4-A3B3-7FAC5A4B171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6233CE7-58A8-453B-BFCF-3F706716A6A0}">
      <dgm:prSet/>
      <dgm:spPr/>
      <dgm:t>
        <a:bodyPr/>
        <a:lstStyle/>
        <a:p>
          <a:r>
            <a:rPr lang="en-US"/>
            <a:t>Strengthen prevention systems</a:t>
          </a:r>
        </a:p>
      </dgm:t>
    </dgm:pt>
    <dgm:pt modelId="{E9523761-9BE2-4A0E-9CD2-45937D614D04}" type="parTrans" cxnId="{10B4857E-7450-4747-B65E-E7BA12100970}">
      <dgm:prSet/>
      <dgm:spPr/>
      <dgm:t>
        <a:bodyPr/>
        <a:lstStyle/>
        <a:p>
          <a:endParaRPr lang="en-US"/>
        </a:p>
      </dgm:t>
    </dgm:pt>
    <dgm:pt modelId="{0EA1D722-809D-413F-A37A-C2F00A7258F8}" type="sibTrans" cxnId="{10B4857E-7450-4747-B65E-E7BA12100970}">
      <dgm:prSet/>
      <dgm:spPr/>
      <dgm:t>
        <a:bodyPr/>
        <a:lstStyle/>
        <a:p>
          <a:endParaRPr lang="en-US"/>
        </a:p>
      </dgm:t>
    </dgm:pt>
    <dgm:pt modelId="{CB34DF31-83E3-405B-BE8A-887E87D34FDC}">
      <dgm:prSet/>
      <dgm:spPr/>
      <dgm:t>
        <a:bodyPr/>
        <a:lstStyle/>
        <a:p>
          <a:r>
            <a:rPr lang="en-US"/>
            <a:t>Improve access and pathways</a:t>
          </a:r>
        </a:p>
      </dgm:t>
    </dgm:pt>
    <dgm:pt modelId="{A40C0F67-3DEF-45E1-B196-E1E989EAAB93}" type="parTrans" cxnId="{D8D4EC2E-EE46-4D3F-A283-CC68C915FC61}">
      <dgm:prSet/>
      <dgm:spPr/>
      <dgm:t>
        <a:bodyPr/>
        <a:lstStyle/>
        <a:p>
          <a:endParaRPr lang="en-US"/>
        </a:p>
      </dgm:t>
    </dgm:pt>
    <dgm:pt modelId="{F74C246C-58B8-4BBD-83E6-D321C18380BC}" type="sibTrans" cxnId="{D8D4EC2E-EE46-4D3F-A283-CC68C915FC61}">
      <dgm:prSet/>
      <dgm:spPr/>
      <dgm:t>
        <a:bodyPr/>
        <a:lstStyle/>
        <a:p>
          <a:endParaRPr lang="en-US"/>
        </a:p>
      </dgm:t>
    </dgm:pt>
    <dgm:pt modelId="{8F09EDF8-F808-4472-9B2E-658D24A9BDEA}">
      <dgm:prSet/>
      <dgm:spPr/>
      <dgm:t>
        <a:bodyPr/>
        <a:lstStyle/>
        <a:p>
          <a:r>
            <a:rPr lang="en-US" dirty="0"/>
            <a:t>Monitor emerging risks</a:t>
          </a:r>
        </a:p>
      </dgm:t>
    </dgm:pt>
    <dgm:pt modelId="{B7F20E20-E1C7-4C39-87C9-9DD0CC341017}" type="parTrans" cxnId="{3F2124A1-28B8-4C59-992C-DF13A6B905C1}">
      <dgm:prSet/>
      <dgm:spPr/>
      <dgm:t>
        <a:bodyPr/>
        <a:lstStyle/>
        <a:p>
          <a:endParaRPr lang="en-US"/>
        </a:p>
      </dgm:t>
    </dgm:pt>
    <dgm:pt modelId="{BB1ECB93-6744-452E-BE6D-140D62443E64}" type="sibTrans" cxnId="{3F2124A1-28B8-4C59-992C-DF13A6B905C1}">
      <dgm:prSet/>
      <dgm:spPr/>
      <dgm:t>
        <a:bodyPr/>
        <a:lstStyle/>
        <a:p>
          <a:endParaRPr lang="en-US"/>
        </a:p>
      </dgm:t>
    </dgm:pt>
    <dgm:pt modelId="{A415E8B8-BF35-4BDB-9708-127583F594F8}">
      <dgm:prSet/>
      <dgm:spPr/>
      <dgm:t>
        <a:bodyPr/>
        <a:lstStyle/>
        <a:p>
          <a:r>
            <a:rPr lang="en-GB"/>
            <a:t>Targeted outreach via VCSE</a:t>
          </a:r>
        </a:p>
      </dgm:t>
    </dgm:pt>
    <dgm:pt modelId="{C5020F90-316C-4C92-A761-62C08A980A0D}" type="parTrans" cxnId="{7A1ECA35-6E38-42FE-93AD-369D1C0E69BA}">
      <dgm:prSet/>
      <dgm:spPr/>
      <dgm:t>
        <a:bodyPr/>
        <a:lstStyle/>
        <a:p>
          <a:endParaRPr lang="en-GB"/>
        </a:p>
      </dgm:t>
    </dgm:pt>
    <dgm:pt modelId="{C99D5A06-5ED8-4446-B8CB-560031CD4A47}" type="sibTrans" cxnId="{7A1ECA35-6E38-42FE-93AD-369D1C0E69BA}">
      <dgm:prSet/>
      <dgm:spPr/>
      <dgm:t>
        <a:bodyPr/>
        <a:lstStyle/>
        <a:p>
          <a:endParaRPr lang="en-GB"/>
        </a:p>
      </dgm:t>
    </dgm:pt>
    <dgm:pt modelId="{4DD09AF4-CFA0-4C28-8A9C-4A0E2454B508}" type="pres">
      <dgm:prSet presAssocID="{DE1CF412-7F41-44B4-A3B3-7FAC5A4B171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DA61040-B1B0-4F15-9E59-462A56906430}" type="pres">
      <dgm:prSet presAssocID="{56233CE7-58A8-453B-BFCF-3F706716A6A0}" presName="hierRoot1" presStyleCnt="0"/>
      <dgm:spPr/>
    </dgm:pt>
    <dgm:pt modelId="{FF49651D-6F3D-4907-8A24-E8AE1231F2DC}" type="pres">
      <dgm:prSet presAssocID="{56233CE7-58A8-453B-BFCF-3F706716A6A0}" presName="composite" presStyleCnt="0"/>
      <dgm:spPr/>
    </dgm:pt>
    <dgm:pt modelId="{9314D5E9-11A4-41AF-8081-82B20826A9C5}" type="pres">
      <dgm:prSet presAssocID="{56233CE7-58A8-453B-BFCF-3F706716A6A0}" presName="background" presStyleLbl="node0" presStyleIdx="0" presStyleCnt="4"/>
      <dgm:spPr/>
    </dgm:pt>
    <dgm:pt modelId="{DD9F74DF-61D0-4FF6-AA6E-94F9CC8532B9}" type="pres">
      <dgm:prSet presAssocID="{56233CE7-58A8-453B-BFCF-3F706716A6A0}" presName="text" presStyleLbl="fgAcc0" presStyleIdx="0" presStyleCnt="4">
        <dgm:presLayoutVars>
          <dgm:chPref val="3"/>
        </dgm:presLayoutVars>
      </dgm:prSet>
      <dgm:spPr/>
    </dgm:pt>
    <dgm:pt modelId="{807042C2-BF41-485A-9849-C7CC79BA5EC0}" type="pres">
      <dgm:prSet presAssocID="{56233CE7-58A8-453B-BFCF-3F706716A6A0}" presName="hierChild2" presStyleCnt="0"/>
      <dgm:spPr/>
    </dgm:pt>
    <dgm:pt modelId="{A5349CFB-2114-4155-AC3F-DF92378EB99E}" type="pres">
      <dgm:prSet presAssocID="{CB34DF31-83E3-405B-BE8A-887E87D34FDC}" presName="hierRoot1" presStyleCnt="0"/>
      <dgm:spPr/>
    </dgm:pt>
    <dgm:pt modelId="{02DF96BE-F821-484E-A171-58F07D86AA1C}" type="pres">
      <dgm:prSet presAssocID="{CB34DF31-83E3-405B-BE8A-887E87D34FDC}" presName="composite" presStyleCnt="0"/>
      <dgm:spPr/>
    </dgm:pt>
    <dgm:pt modelId="{AF69BAA5-851C-4D0F-8469-C0F085ACD084}" type="pres">
      <dgm:prSet presAssocID="{CB34DF31-83E3-405B-BE8A-887E87D34FDC}" presName="background" presStyleLbl="node0" presStyleIdx="1" presStyleCnt="4"/>
      <dgm:spPr/>
    </dgm:pt>
    <dgm:pt modelId="{B2FC7E18-E445-48F3-911A-763657A238AE}" type="pres">
      <dgm:prSet presAssocID="{CB34DF31-83E3-405B-BE8A-887E87D34FDC}" presName="text" presStyleLbl="fgAcc0" presStyleIdx="1" presStyleCnt="4">
        <dgm:presLayoutVars>
          <dgm:chPref val="3"/>
        </dgm:presLayoutVars>
      </dgm:prSet>
      <dgm:spPr/>
    </dgm:pt>
    <dgm:pt modelId="{89EB3475-5920-4FED-85B5-C968D661107F}" type="pres">
      <dgm:prSet presAssocID="{CB34DF31-83E3-405B-BE8A-887E87D34FDC}" presName="hierChild2" presStyleCnt="0"/>
      <dgm:spPr/>
    </dgm:pt>
    <dgm:pt modelId="{748B30F4-7949-44FA-BDE7-42CB2FA1580A}" type="pres">
      <dgm:prSet presAssocID="{8F09EDF8-F808-4472-9B2E-658D24A9BDEA}" presName="hierRoot1" presStyleCnt="0"/>
      <dgm:spPr/>
    </dgm:pt>
    <dgm:pt modelId="{984EF667-A7BC-43F0-8B23-9A8474F4C55A}" type="pres">
      <dgm:prSet presAssocID="{8F09EDF8-F808-4472-9B2E-658D24A9BDEA}" presName="composite" presStyleCnt="0"/>
      <dgm:spPr/>
    </dgm:pt>
    <dgm:pt modelId="{315B6AEC-725D-433D-A74C-BF70C3B10C88}" type="pres">
      <dgm:prSet presAssocID="{8F09EDF8-F808-4472-9B2E-658D24A9BDEA}" presName="background" presStyleLbl="node0" presStyleIdx="2" presStyleCnt="4"/>
      <dgm:spPr/>
    </dgm:pt>
    <dgm:pt modelId="{72F7843F-3EB8-44FE-B45C-17C12B565757}" type="pres">
      <dgm:prSet presAssocID="{8F09EDF8-F808-4472-9B2E-658D24A9BDEA}" presName="text" presStyleLbl="fgAcc0" presStyleIdx="2" presStyleCnt="4">
        <dgm:presLayoutVars>
          <dgm:chPref val="3"/>
        </dgm:presLayoutVars>
      </dgm:prSet>
      <dgm:spPr/>
    </dgm:pt>
    <dgm:pt modelId="{184572D0-5E81-46DD-8B7C-E678879BBF3A}" type="pres">
      <dgm:prSet presAssocID="{8F09EDF8-F808-4472-9B2E-658D24A9BDEA}" presName="hierChild2" presStyleCnt="0"/>
      <dgm:spPr/>
    </dgm:pt>
    <dgm:pt modelId="{BE4696B5-7D09-4791-BC3B-1957B0838FDA}" type="pres">
      <dgm:prSet presAssocID="{A415E8B8-BF35-4BDB-9708-127583F594F8}" presName="hierRoot1" presStyleCnt="0"/>
      <dgm:spPr/>
    </dgm:pt>
    <dgm:pt modelId="{FF8FD992-D93D-43B4-AEE1-4C8D334481CC}" type="pres">
      <dgm:prSet presAssocID="{A415E8B8-BF35-4BDB-9708-127583F594F8}" presName="composite" presStyleCnt="0"/>
      <dgm:spPr/>
    </dgm:pt>
    <dgm:pt modelId="{9AAC91C5-E35B-4097-A810-DAAE41A0E52E}" type="pres">
      <dgm:prSet presAssocID="{A415E8B8-BF35-4BDB-9708-127583F594F8}" presName="background" presStyleLbl="node0" presStyleIdx="3" presStyleCnt="4"/>
      <dgm:spPr/>
    </dgm:pt>
    <dgm:pt modelId="{ADFF5384-9408-49DD-B5A5-9AC09AB59E3B}" type="pres">
      <dgm:prSet presAssocID="{A415E8B8-BF35-4BDB-9708-127583F594F8}" presName="text" presStyleLbl="fgAcc0" presStyleIdx="3" presStyleCnt="4">
        <dgm:presLayoutVars>
          <dgm:chPref val="3"/>
        </dgm:presLayoutVars>
      </dgm:prSet>
      <dgm:spPr/>
    </dgm:pt>
    <dgm:pt modelId="{C907E20E-3C9D-4907-AA2C-3F543CC8A0C8}" type="pres">
      <dgm:prSet presAssocID="{A415E8B8-BF35-4BDB-9708-127583F594F8}" presName="hierChild2" presStyleCnt="0"/>
      <dgm:spPr/>
    </dgm:pt>
  </dgm:ptLst>
  <dgm:cxnLst>
    <dgm:cxn modelId="{A4BAAA28-55FA-4002-9AE9-909DA066A3D6}" type="presOf" srcId="{8F09EDF8-F808-4472-9B2E-658D24A9BDEA}" destId="{72F7843F-3EB8-44FE-B45C-17C12B565757}" srcOrd="0" destOrd="0" presId="urn:microsoft.com/office/officeart/2005/8/layout/hierarchy1"/>
    <dgm:cxn modelId="{A56C442A-EC0A-4081-9B07-E072E0FA9281}" type="presOf" srcId="{CB34DF31-83E3-405B-BE8A-887E87D34FDC}" destId="{B2FC7E18-E445-48F3-911A-763657A238AE}" srcOrd="0" destOrd="0" presId="urn:microsoft.com/office/officeart/2005/8/layout/hierarchy1"/>
    <dgm:cxn modelId="{D8D4EC2E-EE46-4D3F-A283-CC68C915FC61}" srcId="{DE1CF412-7F41-44B4-A3B3-7FAC5A4B1712}" destId="{CB34DF31-83E3-405B-BE8A-887E87D34FDC}" srcOrd="1" destOrd="0" parTransId="{A40C0F67-3DEF-45E1-B196-E1E989EAAB93}" sibTransId="{F74C246C-58B8-4BBD-83E6-D321C18380BC}"/>
    <dgm:cxn modelId="{7A1ECA35-6E38-42FE-93AD-369D1C0E69BA}" srcId="{DE1CF412-7F41-44B4-A3B3-7FAC5A4B1712}" destId="{A415E8B8-BF35-4BDB-9708-127583F594F8}" srcOrd="3" destOrd="0" parTransId="{C5020F90-316C-4C92-A761-62C08A980A0D}" sibTransId="{C99D5A06-5ED8-4446-B8CB-560031CD4A47}"/>
    <dgm:cxn modelId="{0E3A7560-537A-4B85-B24F-090122118F4D}" type="presOf" srcId="{DE1CF412-7F41-44B4-A3B3-7FAC5A4B1712}" destId="{4DD09AF4-CFA0-4C28-8A9C-4A0E2454B508}" srcOrd="0" destOrd="0" presId="urn:microsoft.com/office/officeart/2005/8/layout/hierarchy1"/>
    <dgm:cxn modelId="{8D26156E-737B-4A4C-AAC1-7E209C9C090B}" type="presOf" srcId="{56233CE7-58A8-453B-BFCF-3F706716A6A0}" destId="{DD9F74DF-61D0-4FF6-AA6E-94F9CC8532B9}" srcOrd="0" destOrd="0" presId="urn:microsoft.com/office/officeart/2005/8/layout/hierarchy1"/>
    <dgm:cxn modelId="{10B4857E-7450-4747-B65E-E7BA12100970}" srcId="{DE1CF412-7F41-44B4-A3B3-7FAC5A4B1712}" destId="{56233CE7-58A8-453B-BFCF-3F706716A6A0}" srcOrd="0" destOrd="0" parTransId="{E9523761-9BE2-4A0E-9CD2-45937D614D04}" sibTransId="{0EA1D722-809D-413F-A37A-C2F00A7258F8}"/>
    <dgm:cxn modelId="{7635D281-5567-42E9-9768-5607779AE4EA}" type="presOf" srcId="{A415E8B8-BF35-4BDB-9708-127583F594F8}" destId="{ADFF5384-9408-49DD-B5A5-9AC09AB59E3B}" srcOrd="0" destOrd="0" presId="urn:microsoft.com/office/officeart/2005/8/layout/hierarchy1"/>
    <dgm:cxn modelId="{3F2124A1-28B8-4C59-992C-DF13A6B905C1}" srcId="{DE1CF412-7F41-44B4-A3B3-7FAC5A4B1712}" destId="{8F09EDF8-F808-4472-9B2E-658D24A9BDEA}" srcOrd="2" destOrd="0" parTransId="{B7F20E20-E1C7-4C39-87C9-9DD0CC341017}" sibTransId="{BB1ECB93-6744-452E-BE6D-140D62443E64}"/>
    <dgm:cxn modelId="{3CF27EE5-8BA1-4878-B9D2-71FF6465FE2B}" type="presParOf" srcId="{4DD09AF4-CFA0-4C28-8A9C-4A0E2454B508}" destId="{1DA61040-B1B0-4F15-9E59-462A56906430}" srcOrd="0" destOrd="0" presId="urn:microsoft.com/office/officeart/2005/8/layout/hierarchy1"/>
    <dgm:cxn modelId="{852C58BA-909B-440B-9952-B2D6A3E7B72C}" type="presParOf" srcId="{1DA61040-B1B0-4F15-9E59-462A56906430}" destId="{FF49651D-6F3D-4907-8A24-E8AE1231F2DC}" srcOrd="0" destOrd="0" presId="urn:microsoft.com/office/officeart/2005/8/layout/hierarchy1"/>
    <dgm:cxn modelId="{84BC2C90-29BD-4BB0-B01D-4680BD510527}" type="presParOf" srcId="{FF49651D-6F3D-4907-8A24-E8AE1231F2DC}" destId="{9314D5E9-11A4-41AF-8081-82B20826A9C5}" srcOrd="0" destOrd="0" presId="urn:microsoft.com/office/officeart/2005/8/layout/hierarchy1"/>
    <dgm:cxn modelId="{8824B8BC-EC84-415F-B5A9-70615CFF52DC}" type="presParOf" srcId="{FF49651D-6F3D-4907-8A24-E8AE1231F2DC}" destId="{DD9F74DF-61D0-4FF6-AA6E-94F9CC8532B9}" srcOrd="1" destOrd="0" presId="urn:microsoft.com/office/officeart/2005/8/layout/hierarchy1"/>
    <dgm:cxn modelId="{1014E649-D88F-484A-AD6E-A0C5C2DE8466}" type="presParOf" srcId="{1DA61040-B1B0-4F15-9E59-462A56906430}" destId="{807042C2-BF41-485A-9849-C7CC79BA5EC0}" srcOrd="1" destOrd="0" presId="urn:microsoft.com/office/officeart/2005/8/layout/hierarchy1"/>
    <dgm:cxn modelId="{432A34B4-72E2-4275-982C-97D548A7A92C}" type="presParOf" srcId="{4DD09AF4-CFA0-4C28-8A9C-4A0E2454B508}" destId="{A5349CFB-2114-4155-AC3F-DF92378EB99E}" srcOrd="1" destOrd="0" presId="urn:microsoft.com/office/officeart/2005/8/layout/hierarchy1"/>
    <dgm:cxn modelId="{0909062E-DC6C-479F-9317-E465BC3256D7}" type="presParOf" srcId="{A5349CFB-2114-4155-AC3F-DF92378EB99E}" destId="{02DF96BE-F821-484E-A171-58F07D86AA1C}" srcOrd="0" destOrd="0" presId="urn:microsoft.com/office/officeart/2005/8/layout/hierarchy1"/>
    <dgm:cxn modelId="{CB0AE795-D3D7-4E91-8859-7970316F6F07}" type="presParOf" srcId="{02DF96BE-F821-484E-A171-58F07D86AA1C}" destId="{AF69BAA5-851C-4D0F-8469-C0F085ACD084}" srcOrd="0" destOrd="0" presId="urn:microsoft.com/office/officeart/2005/8/layout/hierarchy1"/>
    <dgm:cxn modelId="{D874E837-9EB9-40B0-ADAD-475296F7D383}" type="presParOf" srcId="{02DF96BE-F821-484E-A171-58F07D86AA1C}" destId="{B2FC7E18-E445-48F3-911A-763657A238AE}" srcOrd="1" destOrd="0" presId="urn:microsoft.com/office/officeart/2005/8/layout/hierarchy1"/>
    <dgm:cxn modelId="{63B39E00-FD2D-40F1-B307-27E2C06A0334}" type="presParOf" srcId="{A5349CFB-2114-4155-AC3F-DF92378EB99E}" destId="{89EB3475-5920-4FED-85B5-C968D661107F}" srcOrd="1" destOrd="0" presId="urn:microsoft.com/office/officeart/2005/8/layout/hierarchy1"/>
    <dgm:cxn modelId="{05C5CDFF-9082-425E-A749-16FC747A6C7B}" type="presParOf" srcId="{4DD09AF4-CFA0-4C28-8A9C-4A0E2454B508}" destId="{748B30F4-7949-44FA-BDE7-42CB2FA1580A}" srcOrd="2" destOrd="0" presId="urn:microsoft.com/office/officeart/2005/8/layout/hierarchy1"/>
    <dgm:cxn modelId="{E3FA04C4-69F6-4B7F-932B-3CAF969E7754}" type="presParOf" srcId="{748B30F4-7949-44FA-BDE7-42CB2FA1580A}" destId="{984EF667-A7BC-43F0-8B23-9A8474F4C55A}" srcOrd="0" destOrd="0" presId="urn:microsoft.com/office/officeart/2005/8/layout/hierarchy1"/>
    <dgm:cxn modelId="{08B6F250-E820-487D-8959-1268EB1D2FF7}" type="presParOf" srcId="{984EF667-A7BC-43F0-8B23-9A8474F4C55A}" destId="{315B6AEC-725D-433D-A74C-BF70C3B10C88}" srcOrd="0" destOrd="0" presId="urn:microsoft.com/office/officeart/2005/8/layout/hierarchy1"/>
    <dgm:cxn modelId="{C9E2F0E3-B42D-4D71-972B-9C97CA36EF30}" type="presParOf" srcId="{984EF667-A7BC-43F0-8B23-9A8474F4C55A}" destId="{72F7843F-3EB8-44FE-B45C-17C12B565757}" srcOrd="1" destOrd="0" presId="urn:microsoft.com/office/officeart/2005/8/layout/hierarchy1"/>
    <dgm:cxn modelId="{5B6066FC-E5E3-40D7-96D8-4FCD57DD9378}" type="presParOf" srcId="{748B30F4-7949-44FA-BDE7-42CB2FA1580A}" destId="{184572D0-5E81-46DD-8B7C-E678879BBF3A}" srcOrd="1" destOrd="0" presId="urn:microsoft.com/office/officeart/2005/8/layout/hierarchy1"/>
    <dgm:cxn modelId="{E578B72E-DE2B-4F3F-AE63-3916FD591AC4}" type="presParOf" srcId="{4DD09AF4-CFA0-4C28-8A9C-4A0E2454B508}" destId="{BE4696B5-7D09-4791-BC3B-1957B0838FDA}" srcOrd="3" destOrd="0" presId="urn:microsoft.com/office/officeart/2005/8/layout/hierarchy1"/>
    <dgm:cxn modelId="{1E86BC95-D6EB-4A52-9D2A-E182A2039519}" type="presParOf" srcId="{BE4696B5-7D09-4791-BC3B-1957B0838FDA}" destId="{FF8FD992-D93D-43B4-AEE1-4C8D334481CC}" srcOrd="0" destOrd="0" presId="urn:microsoft.com/office/officeart/2005/8/layout/hierarchy1"/>
    <dgm:cxn modelId="{A8B71163-B03E-4811-870E-C44BE9753C65}" type="presParOf" srcId="{FF8FD992-D93D-43B4-AEE1-4C8D334481CC}" destId="{9AAC91C5-E35B-4097-A810-DAAE41A0E52E}" srcOrd="0" destOrd="0" presId="urn:microsoft.com/office/officeart/2005/8/layout/hierarchy1"/>
    <dgm:cxn modelId="{325301D8-04B9-4D93-B9A1-2FFB44CB34B8}" type="presParOf" srcId="{FF8FD992-D93D-43B4-AEE1-4C8D334481CC}" destId="{ADFF5384-9408-49DD-B5A5-9AC09AB59E3B}" srcOrd="1" destOrd="0" presId="urn:microsoft.com/office/officeart/2005/8/layout/hierarchy1"/>
    <dgm:cxn modelId="{7D98CC15-2C12-4809-9886-A37E5A1A011C}" type="presParOf" srcId="{BE4696B5-7D09-4791-BC3B-1957B0838FDA}" destId="{C907E20E-3C9D-4907-AA2C-3F543CC8A0C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1BCE07-C200-4202-85AF-7874872CA800}">
      <dsp:nvSpPr>
        <dsp:cNvPr id="0" name=""/>
        <dsp:cNvSpPr/>
      </dsp:nvSpPr>
      <dsp:spPr>
        <a:xfrm>
          <a:off x="2401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F3B75-8D56-4BD0-8415-AC6286368B67}">
      <dsp:nvSpPr>
        <dsp:cNvPr id="0" name=""/>
        <dsp:cNvSpPr/>
      </dsp:nvSpPr>
      <dsp:spPr>
        <a:xfrm>
          <a:off x="192891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Health inequalities vary significantly across NWL</a:t>
          </a:r>
        </a:p>
      </dsp:txBody>
      <dsp:txXfrm>
        <a:off x="224776" y="1422745"/>
        <a:ext cx="1650639" cy="1024880"/>
      </dsp:txXfrm>
    </dsp:sp>
    <dsp:sp modelId="{F620CC10-BB8A-4DED-AA76-DAF8AB269EE9}">
      <dsp:nvSpPr>
        <dsp:cNvPr id="0" name=""/>
        <dsp:cNvSpPr/>
      </dsp:nvSpPr>
      <dsp:spPr>
        <a:xfrm>
          <a:off x="209779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47EB16-AB02-46B7-A19F-B771F6ADD5F9}">
      <dsp:nvSpPr>
        <dsp:cNvPr id="0" name=""/>
        <dsp:cNvSpPr/>
      </dsp:nvSpPr>
      <dsp:spPr>
        <a:xfrm>
          <a:off x="228828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Different boroughs show different drivers</a:t>
          </a:r>
        </a:p>
      </dsp:txBody>
      <dsp:txXfrm>
        <a:off x="2320165" y="1422745"/>
        <a:ext cx="1650639" cy="1024880"/>
      </dsp:txXfrm>
    </dsp:sp>
    <dsp:sp modelId="{D74BC96B-941B-4749-8193-8716BF3A143B}">
      <dsp:nvSpPr>
        <dsp:cNvPr id="0" name=""/>
        <dsp:cNvSpPr/>
      </dsp:nvSpPr>
      <dsp:spPr>
        <a:xfrm>
          <a:off x="419318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E341A-4201-4E92-AD93-1254B88E390D}">
      <dsp:nvSpPr>
        <dsp:cNvPr id="0" name=""/>
        <dsp:cNvSpPr/>
      </dsp:nvSpPr>
      <dsp:spPr>
        <a:xfrm>
          <a:off x="438367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Prevention and access are key levers</a:t>
          </a:r>
        </a:p>
      </dsp:txBody>
      <dsp:txXfrm>
        <a:off x="4415555" y="1422745"/>
        <a:ext cx="1650639" cy="1024880"/>
      </dsp:txXfrm>
    </dsp:sp>
    <dsp:sp modelId="{6A51A21F-0DB7-49AB-AAC3-4FDFD6E63612}">
      <dsp:nvSpPr>
        <dsp:cNvPr id="0" name=""/>
        <dsp:cNvSpPr/>
      </dsp:nvSpPr>
      <dsp:spPr>
        <a:xfrm>
          <a:off x="628857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0DAA9-F98F-4D24-A296-7973644194D0}">
      <dsp:nvSpPr>
        <dsp:cNvPr id="0" name=""/>
        <dsp:cNvSpPr/>
      </dsp:nvSpPr>
      <dsp:spPr>
        <a:xfrm>
          <a:off x="647906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Targeted intervention required</a:t>
          </a:r>
        </a:p>
      </dsp:txBody>
      <dsp:txXfrm>
        <a:off x="6510945" y="1422745"/>
        <a:ext cx="1650639" cy="10248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A88EA0-30DE-4908-A0F3-84B76FFB363C}">
      <dsp:nvSpPr>
        <dsp:cNvPr id="0" name=""/>
        <dsp:cNvSpPr/>
      </dsp:nvSpPr>
      <dsp:spPr>
        <a:xfrm>
          <a:off x="2622678" y="2047"/>
          <a:ext cx="2950513" cy="13511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Hounslow, Hammersmith &amp; Fulham, Brent</a:t>
          </a:r>
        </a:p>
      </dsp:txBody>
      <dsp:txXfrm>
        <a:off x="2688638" y="68007"/>
        <a:ext cx="2818593" cy="1219276"/>
      </dsp:txXfrm>
    </dsp:sp>
    <dsp:sp modelId="{D2F2D76A-24A6-4AF9-ADA9-F4A9762B21F2}">
      <dsp:nvSpPr>
        <dsp:cNvPr id="0" name=""/>
        <dsp:cNvSpPr/>
      </dsp:nvSpPr>
      <dsp:spPr>
        <a:xfrm>
          <a:off x="2622678" y="1420804"/>
          <a:ext cx="2950513" cy="13511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Moderate: Ealing, Westminster</a:t>
          </a:r>
        </a:p>
      </dsp:txBody>
      <dsp:txXfrm>
        <a:off x="2688638" y="1486764"/>
        <a:ext cx="2818593" cy="1219276"/>
      </dsp:txXfrm>
    </dsp:sp>
    <dsp:sp modelId="{2A44E2C2-A182-49EE-B5AF-61F8061AEF12}">
      <dsp:nvSpPr>
        <dsp:cNvPr id="0" name=""/>
        <dsp:cNvSpPr/>
      </dsp:nvSpPr>
      <dsp:spPr>
        <a:xfrm>
          <a:off x="2622678" y="2839560"/>
          <a:ext cx="2950513" cy="13511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Lower: Hillingdon, Harrow, Kensington &amp; Chelsea</a:t>
          </a:r>
        </a:p>
      </dsp:txBody>
      <dsp:txXfrm>
        <a:off x="2688638" y="2905520"/>
        <a:ext cx="2818593" cy="12192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536743-E2B3-4634-9928-28FCF098FCC4}">
      <dsp:nvSpPr>
        <dsp:cNvPr id="0" name=""/>
        <dsp:cNvSpPr/>
      </dsp:nvSpPr>
      <dsp:spPr>
        <a:xfrm>
          <a:off x="0" y="14511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Prevention gaps</a:t>
          </a:r>
        </a:p>
      </dsp:txBody>
      <dsp:txXfrm>
        <a:off x="50347" y="64858"/>
        <a:ext cx="8128906" cy="930660"/>
      </dsp:txXfrm>
    </dsp:sp>
    <dsp:sp modelId="{F1D51BB6-2172-41DA-BB48-A2C0C163E97F}">
      <dsp:nvSpPr>
        <dsp:cNvPr id="0" name=""/>
        <dsp:cNvSpPr/>
      </dsp:nvSpPr>
      <dsp:spPr>
        <a:xfrm>
          <a:off x="0" y="1169706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Access and service pathways</a:t>
          </a:r>
        </a:p>
      </dsp:txBody>
      <dsp:txXfrm>
        <a:off x="50347" y="1220053"/>
        <a:ext cx="8128906" cy="930660"/>
      </dsp:txXfrm>
    </dsp:sp>
    <dsp:sp modelId="{25EE5021-55F3-4C2B-9365-A296F1F27928}">
      <dsp:nvSpPr>
        <dsp:cNvPr id="0" name=""/>
        <dsp:cNvSpPr/>
      </dsp:nvSpPr>
      <dsp:spPr>
        <a:xfrm>
          <a:off x="0" y="2324901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Structural determinants</a:t>
          </a:r>
        </a:p>
      </dsp:txBody>
      <dsp:txXfrm>
        <a:off x="50347" y="2375248"/>
        <a:ext cx="8128906" cy="930660"/>
      </dsp:txXfrm>
    </dsp:sp>
    <dsp:sp modelId="{4CC45933-CD69-4D80-B725-D354D59A6384}">
      <dsp:nvSpPr>
        <dsp:cNvPr id="0" name=""/>
        <dsp:cNvSpPr/>
      </dsp:nvSpPr>
      <dsp:spPr>
        <a:xfrm>
          <a:off x="0" y="3480096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Population exposure</a:t>
          </a:r>
        </a:p>
      </dsp:txBody>
      <dsp:txXfrm>
        <a:off x="50347" y="3530443"/>
        <a:ext cx="8128906" cy="9306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B4AB8A-3979-46CB-B41F-6365D1BC0BE4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E9C9F74-5D41-457A-B06C-0B20AFF5288C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Brent: highest Black population share</a:t>
          </a:r>
        </a:p>
      </dsp:txBody>
      <dsp:txXfrm>
        <a:off x="0" y="2663"/>
        <a:ext cx="5000124" cy="1816197"/>
      </dsp:txXfrm>
    </dsp:sp>
    <dsp:sp modelId="{D9963837-6D67-4337-9C7F-40EE447F8971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FB7F1F8-AD29-4C3F-B60A-6103C46E4A65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Strongest overlap with inequality</a:t>
          </a:r>
        </a:p>
      </dsp:txBody>
      <dsp:txXfrm>
        <a:off x="0" y="1818861"/>
        <a:ext cx="5000124" cy="1816197"/>
      </dsp:txXfrm>
    </dsp:sp>
    <dsp:sp modelId="{19D31366-7FD6-4C09-BB9B-97399F6E28B1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400A1EE-A73E-4DF0-9D5F-26A2DCD093F8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Key focus for targeted intervention</a:t>
          </a:r>
        </a:p>
      </dsp:txBody>
      <dsp:txXfrm>
        <a:off x="0" y="3635058"/>
        <a:ext cx="5000124" cy="181619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326CD1-9618-4EED-A150-DE19FBC78A1D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27465A9-61B2-408C-8C37-DAE068B1F64F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Weak prevention linked to higher inequality</a:t>
          </a:r>
        </a:p>
      </dsp:txBody>
      <dsp:txXfrm>
        <a:off x="0" y="2663"/>
        <a:ext cx="5000124" cy="1816197"/>
      </dsp:txXfrm>
    </dsp:sp>
    <dsp:sp modelId="{A94109DB-ABA2-4DEB-A2E0-9F9DBEBB0E32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C79C1B0-9009-43A4-AFD1-43B7B7F07461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Early intervention critical</a:t>
          </a:r>
        </a:p>
      </dsp:txBody>
      <dsp:txXfrm>
        <a:off x="0" y="1818861"/>
        <a:ext cx="5000124" cy="1816197"/>
      </dsp:txXfrm>
    </dsp:sp>
    <dsp:sp modelId="{EF200557-6E47-4899-A11A-A03C90E84158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ED07DE3-E786-4B97-9F54-EB25C2B0BCF6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Variation across boroughs</a:t>
          </a:r>
        </a:p>
      </dsp:txBody>
      <dsp:txXfrm>
        <a:off x="0" y="3635058"/>
        <a:ext cx="5000124" cy="181619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85EA37-635B-4CB5-BB1A-8E51AE70EB06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1CC2F4D-9A21-4C22-A8C9-9DB11197BE1B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Some high-burden boroughs improving</a:t>
          </a:r>
        </a:p>
      </dsp:txBody>
      <dsp:txXfrm>
        <a:off x="0" y="2663"/>
        <a:ext cx="5000124" cy="1816197"/>
      </dsp:txXfrm>
    </dsp:sp>
    <dsp:sp modelId="{EDC32AF5-CA1C-4CF4-A203-09DDA054F81C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BF9A0E7-7E47-4524-B2FC-01D027BEB1AE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Harrow emerging risk</a:t>
          </a:r>
        </a:p>
      </dsp:txBody>
      <dsp:txXfrm>
        <a:off x="0" y="1818861"/>
        <a:ext cx="5000124" cy="1816197"/>
      </dsp:txXfrm>
    </dsp:sp>
    <dsp:sp modelId="{8CAADC9B-06A0-482D-BF4A-CC472A96F105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7EDF8BF-BF8A-433B-81F3-D8AA5F7B5527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Inequality shifting, not disappearing</a:t>
          </a:r>
        </a:p>
      </dsp:txBody>
      <dsp:txXfrm>
        <a:off x="0" y="3635058"/>
        <a:ext cx="5000124" cy="181619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14D5E9-11A4-41AF-8081-82B20826A9C5}">
      <dsp:nvSpPr>
        <dsp:cNvPr id="0" name=""/>
        <dsp:cNvSpPr/>
      </dsp:nvSpPr>
      <dsp:spPr>
        <a:xfrm>
          <a:off x="2401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F74DF-61D0-4FF6-AA6E-94F9CC8532B9}">
      <dsp:nvSpPr>
        <dsp:cNvPr id="0" name=""/>
        <dsp:cNvSpPr/>
      </dsp:nvSpPr>
      <dsp:spPr>
        <a:xfrm>
          <a:off x="192891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Strengthen prevention systems</a:t>
          </a:r>
        </a:p>
      </dsp:txBody>
      <dsp:txXfrm>
        <a:off x="224776" y="1422745"/>
        <a:ext cx="1650639" cy="1024880"/>
      </dsp:txXfrm>
    </dsp:sp>
    <dsp:sp modelId="{AF69BAA5-851C-4D0F-8469-C0F085ACD084}">
      <dsp:nvSpPr>
        <dsp:cNvPr id="0" name=""/>
        <dsp:cNvSpPr/>
      </dsp:nvSpPr>
      <dsp:spPr>
        <a:xfrm>
          <a:off x="209779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C7E18-E445-48F3-911A-763657A238AE}">
      <dsp:nvSpPr>
        <dsp:cNvPr id="0" name=""/>
        <dsp:cNvSpPr/>
      </dsp:nvSpPr>
      <dsp:spPr>
        <a:xfrm>
          <a:off x="228828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Improve access and pathways</a:t>
          </a:r>
        </a:p>
      </dsp:txBody>
      <dsp:txXfrm>
        <a:off x="2320165" y="1422745"/>
        <a:ext cx="1650639" cy="1024880"/>
      </dsp:txXfrm>
    </dsp:sp>
    <dsp:sp modelId="{315B6AEC-725D-433D-A74C-BF70C3B10C88}">
      <dsp:nvSpPr>
        <dsp:cNvPr id="0" name=""/>
        <dsp:cNvSpPr/>
      </dsp:nvSpPr>
      <dsp:spPr>
        <a:xfrm>
          <a:off x="419318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F7843F-3EB8-44FE-B45C-17C12B565757}">
      <dsp:nvSpPr>
        <dsp:cNvPr id="0" name=""/>
        <dsp:cNvSpPr/>
      </dsp:nvSpPr>
      <dsp:spPr>
        <a:xfrm>
          <a:off x="438367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Monitor emerging risks</a:t>
          </a:r>
        </a:p>
      </dsp:txBody>
      <dsp:txXfrm>
        <a:off x="4415555" y="1422745"/>
        <a:ext cx="1650639" cy="1024880"/>
      </dsp:txXfrm>
    </dsp:sp>
    <dsp:sp modelId="{9AAC91C5-E35B-4097-A810-DAAE41A0E52E}">
      <dsp:nvSpPr>
        <dsp:cNvPr id="0" name=""/>
        <dsp:cNvSpPr/>
      </dsp:nvSpPr>
      <dsp:spPr>
        <a:xfrm>
          <a:off x="628857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FF5384-9408-49DD-B5A5-9AC09AB59E3B}">
      <dsp:nvSpPr>
        <dsp:cNvPr id="0" name=""/>
        <dsp:cNvSpPr/>
      </dsp:nvSpPr>
      <dsp:spPr>
        <a:xfrm>
          <a:off x="647906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Targeted outreach via VCSE</a:t>
          </a:r>
        </a:p>
      </dsp:txBody>
      <dsp:txXfrm>
        <a:off x="6510945" y="1422745"/>
        <a:ext cx="1650639" cy="10248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A37668-BD99-43DE-A1DC-FCFE47171A3F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58BE5-6183-43E9-85DE-FA8028576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97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606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815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4502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9152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242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72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 The above results already answer part of our core project questions: 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Are there differences across boroughs, and can we start to explain why?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Two distinct inequality patterns: 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#### Determinant-driven inequality - structural conditions (housing, employment, environment) are worse: 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Hounslow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Brent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Ealing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Westminster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This is important for: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prevention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VCSE upstream interventions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#### Outcome-driven inequality - suggests service-related factors (access, experience, outcome), population complexity, or unmet need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Hammersmith and Fulham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This is important for: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access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service experience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targeted care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#### Relatively lower inequality - comparatively better position (but still requires subgroup analysis)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Kensington and Chelsea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Harrow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Key insight for the project: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Hounslow - structural disadvantage - requires prevention focus 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Brent - structural + emerging outcomes - high priority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H&amp;F - outcome pressure - service access/delivery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Westminster - hidden structural risk 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Ealing - moderate structural pressure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0807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 A note: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The distinction between outcomes and determinants is based on dataset source (Fingertips vs GLA) and should be interpreted as a pragmatic analytical grouping rather than a strict causal classification.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 Priority borough deep-dive — drivers of inequality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Hounslow → Strong determinant-driven inequality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Determinant score is substantially higher than outcomes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Top drivers include: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HIV late diagnosis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Lower healthy life expectancy (male &amp; female)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School readiness (FSM)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Interpretation: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Structural and social conditions are the dominant drivers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Implication: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Focus on prevention, early intervention, and wider determinants (housing, education, income)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--------------------------------------------------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Brent → Mixed but determinant-leaning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Determinants clearly higher than outcomes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Top drivers: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Type 2 diabetes prevalence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Low birth weight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Childhood excess weight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HIV late diagnosis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Interpretation: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Strong overlap between: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metabolic health risks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maternal/child health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Combined with highest Black population share → critical equity focus area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Implication: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Integrated approach: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prevention (diet, obesity, maternal health)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targeted outreach for Black communities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VCSE role likely significant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--------------------------------------------------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Hammersmith and Fulham → Outcome-driven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Outcomes high, determinants below average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Top drivers: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Lung cancer incidence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COPD emergency admissions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Mental health problems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Screening-related indicators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Interpretation: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Inequality likely driven by: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service access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unmet need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late diagnosis patterns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Implication: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Focus 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access to care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early diagnosis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service experience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targeted clinical interventions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--------------------------------------------------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CROSS-BOROUGH INSIGHT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Different inequality mechanisms are operating: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Hounslow → structural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Brent → structural + health risk accumulation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H&amp;F → service / outcome inequality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This directly supports: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No single intervention model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Need for borough-specific strategies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--------------------------------------------------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18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 Key insight: Inequality vs Black population share (NWL)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#### TOP-RIGHT (high inequality + higher Black population share) - CORE PROJECT INSIGHT 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Brent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Hammersmith and Fulham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These boroughs combine higher overall inequality with higher exposure of Black communities → priority areas for equity-focused work.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This aligns directly with: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targeting VCSE interventions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prioritising community engagement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focusing ICB partnership discussions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#### UPPER-MID (high inequality, moderate Black population):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Hounslow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High structural inequality but lower relative Black population share. Suggests broader deprivation drivers rather than ethnicity concentration alone.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#### MIDDLE (near average inequality):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Ealing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Westminster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Mixed picture: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Ealing → moderate Black population + moderate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Westminster → structural determinants high but outcomes lower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→ potential hidden or emerging risks.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#### LOWER (lower inequality):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Hillingdon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Harrow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Kensington and Chelsea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Lower overall inequality, even where Black population share is moderate.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Important for identifying: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protective factors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service/system differences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--------------------------------------------------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#### CRITICAL NUANCE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High inequality does NOT automatically equal ethnicity-driven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But where both co-occur, risk of unequal impact is higher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This part of the project (including plot) indicates where to investigate deeper, not final causality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We now have the first equity-targeting lens, not just “which borough is worse” but: where inequality and population exposure intersect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83205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0720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 Preventive care vs inequality — interpretation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High preventive inequality + high overall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(top-right quadrant)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Brent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Hounslow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Hammersmith and Fulham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Interpretation: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Preventive care is relatively weak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Inequality is already high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This is the strongest signal of: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missed early intervention + downstream burden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Brent stands out further due to: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highest Black population share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Implication: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priority for: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targeted outreach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screening uptake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VCSE-led engagement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--------------------------------------------------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High preventive inequality + low overall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(top-left quadrant)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Harrow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Interpretation: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Preventive signals are worsening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But outcomes have not yet deteriorated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This is an EARLY WARNING signal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Implication: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opportunity to intervene before inequality becomes entrenched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critical borough for proactive strategy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--------------------------------------------------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Low preventive inequality + low overall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(bottom-left quadrant)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Kensington and Chelsea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Interpretation: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Strong preventive position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Lower overall inequality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Suggests: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prevention systems functioning relatively well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--------------------------------------------------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4.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Low preventive inequality + mixed overall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(bottom-left / centre)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Westminster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Interpretation: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Strong preventive signals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But overall inequality ~ neutral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Suggests: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prevention exists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but may not fully translate into outcomes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OR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inequality driven by factors outside prevention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--------------------------------------------------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5.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Transition / mixed boroughs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Ealing: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Slightly positive preventive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Slightly positive overall inequality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Mild pressure across both domains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Hillingdon: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Negative preventive inequality (stronger prevention)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Slightly negative overall inequality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Balanced profile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5539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 Preventive Care vs Black population share 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Brent: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High Black population share + high preventive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→ strongest equity concern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Hammersmith and Fulham: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Moderate share + weak prevention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→ service access / targeting issue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Hounslow: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Lower share but high preventive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→ broader structural issue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Harrow: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Lower share + rising preventive inequality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→ emerging risk, not yet ethnicity-concentrated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 Core insight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Inequality in NWL is not only about outcomes — it is strongly linked to variation in preventive care.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Different borough patterns: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Established inequality + weak prevention → Brent, Hounslow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Outcome-driven inequality → Hammersmith &amp; Fulham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Emerging prevention failure → Harrow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Strong prevention → Kensington &amp; Chelsea, Westminster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--------------------------------------------------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### Strategic implications </a:t>
            </a: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Brent: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highest priority intersection: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inequality + prevention gap + ethnicity exposure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Hounslow: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structural + prevention gap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Hammersmith and Fulham: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service pathway / access issue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Harrow: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early intervention opportunity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Westminster / Kensington and Chelsea: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benchmark / comparator boroughs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This layer moves the analysis from: "where inequality exists" to: "where inequality could have been prevented earlier"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03334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Key message 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Inequality across NW London is not static. Most borough have improved over time, however, Harrow demonstrates worsening result.</a:t>
            </a: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**While several high-burden boroughs show improvement, new areas of inequality are emerging, highlighting the need for both sustained intervention and proactive monitoring.**</a:t>
            </a:r>
          </a:p>
          <a:p>
            <a:pPr>
              <a:lnSpc>
                <a:spcPts val="1425"/>
              </a:lnSpc>
              <a:buNone/>
            </a:pPr>
            <a:endParaRPr lang="en-GB" b="1" dirty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Different borough types require different responses: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A. High-burden improving (Brent, H&amp;F)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Sustain and scale effective interventions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B. Structural inequality (Hounslow)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Focus 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housing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employment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prevention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VCSE engagement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C. Emerging risk (Harrow)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Early intervention: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monitoring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targeted outreach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community engagement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D. Stable / balanced (Ealing, Hillingdon)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→ Maintain performance, monitor volatility</a:t>
            </a:r>
          </a:p>
          <a:p>
            <a:pPr>
              <a:lnSpc>
                <a:spcPts val="1425"/>
              </a:lnSpc>
              <a:buNone/>
            </a:pPr>
            <a:endParaRPr lang="en-GB" b="1" dirty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b="1" dirty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5939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Key Findings</a:t>
            </a:r>
          </a:p>
          <a:p>
            <a:r>
              <a:rPr lang="en-GB" dirty="0"/>
              <a:t>- Boroughs with higher deprivation consistently show higher determinant (that are risk conditions, like alcoholism, smoking prevalence, obesity, unemployment due to long-term health condition etc) inequality.</a:t>
            </a:r>
          </a:p>
          <a:p>
            <a:r>
              <a:rPr lang="en-GB" dirty="0"/>
              <a:t>- A strong positive relationship exists between IMD and determinant inequality (r = 0.71). </a:t>
            </a:r>
          </a:p>
          <a:p>
            <a:r>
              <a:rPr lang="en-GB" dirty="0"/>
              <a:t>- Structural deprivation appears to influence risk conditions before translating into disease burden. </a:t>
            </a:r>
          </a:p>
          <a:p>
            <a:r>
              <a:rPr lang="en-GB" dirty="0"/>
              <a:t>- Brent, Hounslow, Ealing and Westminster form the highest structural pressure cluster.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42669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/>
              <a:t>Key Findings</a:t>
            </a:r>
          </a:p>
          <a:p>
            <a:pPr>
              <a:buNone/>
            </a:pPr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Employment deprivation shows the strongest correlation with determinant inequality (r = 0.76).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Boroughs with higher labour market disadvantage experience elevated health risk conditions.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The relationship is visually stronger and more consistent than the overall IMD relationship.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Hounslow and Brent demonstrate the highest determinant pressure, followed by Westminster and Ealing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2365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94120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Structural inequality in NW London appears to be driven primarily by labour market disadvantage, reinforced by income and education factors, with impacts emerging first through determinant-based inequality before translating into disease burden.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48292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0069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58BE5-6183-43E9-85DE-FA802857693C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8084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200">
                <a:solidFill>
                  <a:srgbClr val="FFFFFF"/>
                </a:solidFill>
              </a:rPr>
              <a:t>North West London Health Inequalities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dirty="0"/>
              <a:t>Full analysis and borough </a:t>
            </a:r>
            <a:r>
              <a:rPr dirty="0" err="1"/>
              <a:t>prioritisation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D2114-5D56-E443-C3DB-CD6F27C7E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Purpose of the analysis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3F0DC-7B8B-884F-005D-FDB6B1E54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5454" y="0"/>
            <a:ext cx="5920575" cy="685800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1800" b="1" dirty="0"/>
              <a:t>Where inequality is highest and what drives it: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Where inequalities are most pronounced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Gaps in access, outcomes, or service experience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Support 3ST shape priorities, partnership work with the ICB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Align with ongoing programmes such as community engagement, prevention, and targeted outreach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800" b="1" dirty="0"/>
              <a:t>Geography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NW London overall, with borough level insights or neighbourhoods.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Any notable differences between boroughs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800" b="1" dirty="0"/>
              <a:t>Priority domains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Health outcomes (e.g., long term conditions, mental health, maternity, cancer, CVD)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Access to and experience of health services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Preventive care (e.g., screening, vaccination uptake)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Wider determinants that directly influence health (housing, employment, income, social isolation)</a:t>
            </a:r>
          </a:p>
          <a:p>
            <a:pPr marL="0" indent="0">
              <a:lnSpc>
                <a:spcPct val="90000"/>
              </a:lnSpc>
              <a:buNone/>
            </a:pPr>
            <a:endParaRPr lang="en-GB" sz="1500" dirty="0"/>
          </a:p>
          <a:p>
            <a:pPr marL="0" indent="0">
              <a:lnSpc>
                <a:spcPct val="90000"/>
              </a:lnSpc>
              <a:buNone/>
            </a:pPr>
            <a:endParaRPr lang="en-GB" sz="1500" dirty="0"/>
          </a:p>
          <a:p>
            <a:pPr marL="0" indent="0">
              <a:lnSpc>
                <a:spcPct val="90000"/>
              </a:lnSpc>
              <a:buNone/>
            </a:pPr>
            <a:endParaRPr lang="en-GB" sz="1500" dirty="0"/>
          </a:p>
          <a:p>
            <a:pPr marL="0" indent="0">
              <a:lnSpc>
                <a:spcPct val="90000"/>
              </a:lnSpc>
              <a:buNone/>
            </a:pP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322869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GB" sz="3500" dirty="0">
                <a:solidFill>
                  <a:srgbClr val="FFFFFF"/>
                </a:solidFill>
              </a:rPr>
              <a:t>Headline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8A815B-DCE4-0FCE-E9B4-20FB91A1CD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347398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Where inequality is highest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579F3C9-DF47-5F55-AC20-50A8921620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330119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38A5A-842E-B81F-8EBD-56587A03C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Health inequality score by Borough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54C195-B8D7-B974-070B-F2B1F8AE97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5375" y="1696244"/>
            <a:ext cx="695325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34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drives inequality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AB14E2-D2A0-9A73-22C0-D25A0941A50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50958-3E94-5677-C6E8-003912A78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52676"/>
          </a:xfrm>
        </p:spPr>
        <p:txBody>
          <a:bodyPr>
            <a:normAutofit/>
          </a:bodyPr>
          <a:lstStyle/>
          <a:p>
            <a:r>
              <a:rPr lang="en-GB" sz="2000" b="1" dirty="0"/>
              <a:t>LIST OF OUTCOMES </a:t>
            </a:r>
            <a:endParaRPr lang="en-GB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51B1A-9380-A2C9-1FC8-358C44C75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27314"/>
            <a:ext cx="8447314" cy="5756048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GB" sz="6200" b="1" dirty="0"/>
              <a:t>These are indicators reflecting health status or disease burden</a:t>
            </a:r>
            <a:r>
              <a:rPr lang="en-GB" sz="3300" b="1" dirty="0"/>
              <a:t>:</a:t>
            </a:r>
          </a:p>
          <a:p>
            <a:endParaRPr lang="en-GB" sz="4500" b="1" dirty="0"/>
          </a:p>
          <a:p>
            <a:r>
              <a:rPr lang="en-GB" sz="4500" dirty="0"/>
              <a:t>% reporting a long term MSK problem who also report depression or anxiety</a:t>
            </a:r>
          </a:p>
          <a:p>
            <a:r>
              <a:rPr lang="en-GB" sz="4500" dirty="0"/>
              <a:t>% reporting a long-term mental health problem</a:t>
            </a:r>
          </a:p>
          <a:p>
            <a:r>
              <a:rPr lang="en-GB" sz="4500" dirty="0"/>
              <a:t>% reporting cancer in the last 5 years</a:t>
            </a:r>
          </a:p>
          <a:p>
            <a:r>
              <a:rPr lang="en-GB" sz="4500" dirty="0"/>
              <a:t>% reporting depression or anxiety</a:t>
            </a:r>
          </a:p>
          <a:p>
            <a:r>
              <a:rPr lang="en-GB" sz="4500" dirty="0"/>
              <a:t>1. HLE male</a:t>
            </a:r>
          </a:p>
          <a:p>
            <a:r>
              <a:rPr lang="en-GB" sz="4500" dirty="0"/>
              <a:t>2. HLE female</a:t>
            </a:r>
          </a:p>
          <a:p>
            <a:r>
              <a:rPr lang="en-GB" sz="4500" dirty="0"/>
              <a:t>3. Low Birth Weight</a:t>
            </a:r>
          </a:p>
          <a:p>
            <a:r>
              <a:rPr lang="en-GB" sz="4500" dirty="0"/>
              <a:t>7. Suicide rate</a:t>
            </a:r>
          </a:p>
          <a:p>
            <a:r>
              <a:rPr lang="en-GB" sz="4500" dirty="0"/>
              <a:t>8. Mortality caused by PM2.5</a:t>
            </a:r>
          </a:p>
          <a:p>
            <a:r>
              <a:rPr lang="en-GB" sz="4500" dirty="0"/>
              <a:t>Estimated prevalence of diagnosed and undiagnosed type 2 diabetes</a:t>
            </a:r>
          </a:p>
          <a:p>
            <a:r>
              <a:rPr lang="en-GB" sz="4500" dirty="0"/>
              <a:t>Estimated diabetes diagnosis rate</a:t>
            </a:r>
          </a:p>
          <a:p>
            <a:r>
              <a:rPr lang="en-GB" sz="4500" dirty="0"/>
              <a:t>Asthma: QOF prevalence</a:t>
            </a:r>
          </a:p>
          <a:p>
            <a:r>
              <a:rPr lang="en-GB" sz="4500" dirty="0"/>
              <a:t>COPD: QOF prevalence</a:t>
            </a:r>
          </a:p>
          <a:p>
            <a:r>
              <a:rPr lang="en-GB" sz="4500" dirty="0"/>
              <a:t>Cancer incidence: lung cancer</a:t>
            </a:r>
          </a:p>
          <a:p>
            <a:r>
              <a:rPr lang="en-GB" sz="4500" dirty="0"/>
              <a:t>Diabetes: QOF prevalence</a:t>
            </a:r>
          </a:p>
          <a:p>
            <a:r>
              <a:rPr lang="en-GB" sz="4500" dirty="0"/>
              <a:t>Epilepsy: QOF prevalence</a:t>
            </a:r>
          </a:p>
          <a:p>
            <a:r>
              <a:rPr lang="en-GB" sz="4500" dirty="0"/>
              <a:t>Hospital admissions for diabetes (under 19 years)</a:t>
            </a:r>
          </a:p>
          <a:p>
            <a:r>
              <a:rPr lang="en-GB" sz="4500" dirty="0"/>
              <a:t>Hospital admissions for epilepsy (under 19 years)</a:t>
            </a:r>
          </a:p>
          <a:p>
            <a:r>
              <a:rPr lang="en-GB" sz="4500" dirty="0"/>
              <a:t>Chronic obstructive pulmonary disease (COPD): emergency hospital admissions</a:t>
            </a:r>
          </a:p>
          <a:p>
            <a:r>
              <a:rPr lang="en-GB" sz="4500" dirty="0"/>
              <a:t>Emergency admissions for lower respiratory tract infections (0 to 4 years)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99039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4B442-5066-3614-B662-BD5060859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GB" sz="2000" b="1" dirty="0"/>
              <a:t>LIST OF DETERMINENTS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B4436-6ECD-B0C8-753C-137FBFD36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990600"/>
            <a:ext cx="8741228" cy="5592762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GB" sz="4200" b="1" dirty="0"/>
              <a:t>These reflect conditions, risks, behaviours, or system factors influencing health</a:t>
            </a:r>
            <a:r>
              <a:rPr lang="en-GB" sz="2000" b="1" dirty="0"/>
              <a:t>: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GB" sz="3800" dirty="0"/>
              <a:t>% with caring responsibility</a:t>
            </a:r>
          </a:p>
          <a:p>
            <a:r>
              <a:rPr lang="en-GB" sz="3800" dirty="0"/>
              <a:t>4. School readiness FSM</a:t>
            </a:r>
          </a:p>
          <a:p>
            <a:r>
              <a:rPr lang="en-GB" sz="3800" dirty="0"/>
              <a:t>5. Excess weight age 10-11</a:t>
            </a:r>
          </a:p>
          <a:p>
            <a:r>
              <a:rPr lang="en-GB" sz="3800" dirty="0"/>
              <a:t>6. Excess weight age 04-05</a:t>
            </a:r>
          </a:p>
          <a:p>
            <a:r>
              <a:rPr lang="en-GB" sz="3800" dirty="0"/>
              <a:t>9. Employment gap </a:t>
            </a:r>
            <a:r>
              <a:rPr lang="en-GB" sz="3800" dirty="0" err="1"/>
              <a:t>LongtermCond</a:t>
            </a:r>
            <a:r>
              <a:rPr lang="en-GB" sz="3800" dirty="0"/>
              <a:t>.</a:t>
            </a:r>
          </a:p>
          <a:p>
            <a:r>
              <a:rPr lang="en-GB" sz="3800" dirty="0"/>
              <a:t>11. HIV late diagnosis</a:t>
            </a:r>
          </a:p>
          <a:p>
            <a:r>
              <a:rPr lang="en-GB" sz="3800" dirty="0"/>
              <a:t>14. Smoking prevalence</a:t>
            </a:r>
          </a:p>
          <a:p>
            <a:r>
              <a:rPr lang="en-GB" sz="3800" dirty="0"/>
              <a:t>Abdominal Aortic Aneurysm Screening Coverage</a:t>
            </a:r>
          </a:p>
          <a:p>
            <a:r>
              <a:rPr lang="en-GB" sz="3800" dirty="0"/>
              <a:t>Access rate to specialist perinatal mental health services</a:t>
            </a:r>
          </a:p>
          <a:p>
            <a:r>
              <a:rPr lang="en-GB" sz="3800" dirty="0"/>
              <a:t>Acute hepatitis B incidence rate/100,000</a:t>
            </a:r>
          </a:p>
          <a:p>
            <a:r>
              <a:rPr lang="en-GB" sz="3800" dirty="0"/>
              <a:t>Admission episodes for alcohol-related cardiovascular disease (Broad)</a:t>
            </a:r>
          </a:p>
          <a:p>
            <a:r>
              <a:rPr lang="en-GB" sz="3800" dirty="0"/>
              <a:t>Admission episodes for alcohol-related conditions (Broad)</a:t>
            </a:r>
          </a:p>
          <a:p>
            <a:r>
              <a:rPr lang="en-GB" sz="3800" dirty="0"/>
              <a:t>Admission episodes for alcohol-related conditions (Narrow) (40 to 64 years)</a:t>
            </a:r>
          </a:p>
          <a:p>
            <a:r>
              <a:rPr lang="en-GB" sz="3800" dirty="0"/>
              <a:t>Admission episodes for alcohol-related conditions (Narrow) (65 years and over)</a:t>
            </a:r>
          </a:p>
          <a:p>
            <a:r>
              <a:rPr lang="en-GB" sz="3800" dirty="0"/>
              <a:t>Admission episodes for alcohol-related unintentional injuries (Narrow)</a:t>
            </a:r>
          </a:p>
          <a:p>
            <a:r>
              <a:rPr lang="en-GB" sz="3800" dirty="0"/>
              <a:t>Admission episodes for alcoholic liver disease (Broad)</a:t>
            </a:r>
          </a:p>
          <a:p>
            <a:r>
              <a:rPr lang="en-GB" sz="3800" dirty="0"/>
              <a:t>Alcohol-related conditions: admission episodes (all primary and secondary diagnoses)</a:t>
            </a:r>
          </a:p>
          <a:p>
            <a:r>
              <a:rPr lang="en-GB" sz="3800" dirty="0"/>
              <a:t>Chlamydia detection rate per 100,000 aged 15 to 24 years</a:t>
            </a:r>
          </a:p>
          <a:p>
            <a:r>
              <a:rPr lang="en-GB" sz="3800" dirty="0"/>
              <a:t>Chlamydia proportion of females aged 15 to 24 years screened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2146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A514F-8A6A-99A1-0A87-6D3103680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600" dirty="0"/>
              <a:t>Health outcomes vs. structural </a:t>
            </a:r>
            <a:r>
              <a:rPr lang="en-GB" sz="3600" dirty="0" err="1"/>
              <a:t>determinents</a:t>
            </a:r>
            <a:r>
              <a:rPr lang="en-GB" sz="3600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635C7A-1F7A-D780-C000-E2E9813B4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0625" y="1696244"/>
            <a:ext cx="676275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932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7F54F-FD71-5C7D-6FB5-BC59FBBF0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Drivers of inequality: top priority boroughs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46451A-2D20-C18E-47BD-BA6F211C52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0625" y="1696244"/>
            <a:ext cx="676275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957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Ethnicity insight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7BC2C9-986B-39B7-B044-2646175B12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691230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302B0-D263-0E62-9EC3-998EE4D03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Health inequality vs Black Population share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569F3D-F924-4764-7004-74000E8567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47825" y="1696244"/>
            <a:ext cx="584835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867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Preventive care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50BC4F-7DB9-198E-371E-521876D06C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951721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6A013-11BF-0B16-DD22-0A1E88885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Preventive care vs Overall inequality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F5A8E1-9C09-E21F-4464-4AD30E252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98861" y="1600200"/>
            <a:ext cx="6346277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054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625D-583C-EB07-0269-C2E974CC2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Preventive Care vs Black Population Share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9FB745-D80C-ADD6-35F8-B50A6BB5FC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05715" y="1600200"/>
            <a:ext cx="5932569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970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Trends over time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BD4B9E-BB37-4A8A-F51E-1642C69C6C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391329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2FDB6-CAF4-9144-FEF6-26729EA90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Inequality trends by Borough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49660F-9B3C-5EC2-0599-14C0B508FB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26524" y="1600200"/>
            <a:ext cx="7090951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172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Borough prioritisation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Brent: equity + prevention</a:t>
            </a:r>
          </a:p>
          <a:p>
            <a:r>
              <a:rPr dirty="0"/>
              <a:t>Hounslow: structural prevention</a:t>
            </a:r>
          </a:p>
          <a:p>
            <a:r>
              <a:rPr dirty="0"/>
              <a:t>H&amp;F: access and outcomes</a:t>
            </a:r>
            <a:endParaRPr lang="en-GB" dirty="0"/>
          </a:p>
          <a:p>
            <a:r>
              <a:rPr lang="en-GB" dirty="0"/>
              <a:t>Ealing: focus on prevention</a:t>
            </a:r>
          </a:p>
          <a:p>
            <a:r>
              <a:rPr dirty="0"/>
              <a:t>Harrow: early intervention</a:t>
            </a:r>
            <a:r>
              <a:rPr lang="en-GB" dirty="0"/>
              <a:t> &amp; monitoring</a:t>
            </a:r>
          </a:p>
          <a:p>
            <a:r>
              <a:rPr lang="en-GB" dirty="0"/>
              <a:t>Westminster: service responsiveness</a:t>
            </a:r>
          </a:p>
          <a:p>
            <a:r>
              <a:rPr dirty="0"/>
              <a:t>K&amp;C, Hillingdon: maintain</a:t>
            </a:r>
            <a:r>
              <a:rPr lang="en-GB" dirty="0"/>
              <a:t> &amp; monitor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E4CCB-C73E-4FA2-A26B-A86FFB824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Borough typology ranking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A5A25B-6D00-9593-49AB-B043749E20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4476" y="1600200"/>
            <a:ext cx="5875048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94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ECD42B-F7E9-DF53-7BCE-7BE835816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603146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Borough </a:t>
            </a:r>
            <a:r>
              <a:rPr lang="en-US" sz="3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Prioritisation</a:t>
            </a: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Summary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F165229-9727-E607-EB25-4A25B56AFB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9607033"/>
              </p:ext>
            </p:extLst>
          </p:nvPr>
        </p:nvGraphicFramePr>
        <p:xfrm>
          <a:off x="324168" y="1974924"/>
          <a:ext cx="8495667" cy="443490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10609">
                  <a:extLst>
                    <a:ext uri="{9D8B030D-6E8A-4147-A177-3AD203B41FA5}">
                      <a16:colId xmlns:a16="http://schemas.microsoft.com/office/drawing/2014/main" val="1340612829"/>
                    </a:ext>
                  </a:extLst>
                </a:gridCol>
                <a:gridCol w="1686729">
                  <a:extLst>
                    <a:ext uri="{9D8B030D-6E8A-4147-A177-3AD203B41FA5}">
                      <a16:colId xmlns:a16="http://schemas.microsoft.com/office/drawing/2014/main" val="1999597001"/>
                    </a:ext>
                  </a:extLst>
                </a:gridCol>
                <a:gridCol w="2000702">
                  <a:extLst>
                    <a:ext uri="{9D8B030D-6E8A-4147-A177-3AD203B41FA5}">
                      <a16:colId xmlns:a16="http://schemas.microsoft.com/office/drawing/2014/main" val="3975770829"/>
                    </a:ext>
                  </a:extLst>
                </a:gridCol>
                <a:gridCol w="1092684">
                  <a:extLst>
                    <a:ext uri="{9D8B030D-6E8A-4147-A177-3AD203B41FA5}">
                      <a16:colId xmlns:a16="http://schemas.microsoft.com/office/drawing/2014/main" val="1042722106"/>
                    </a:ext>
                  </a:extLst>
                </a:gridCol>
                <a:gridCol w="1056600">
                  <a:extLst>
                    <a:ext uri="{9D8B030D-6E8A-4147-A177-3AD203B41FA5}">
                      <a16:colId xmlns:a16="http://schemas.microsoft.com/office/drawing/2014/main" val="200685226"/>
                    </a:ext>
                  </a:extLst>
                </a:gridCol>
                <a:gridCol w="713853">
                  <a:extLst>
                    <a:ext uri="{9D8B030D-6E8A-4147-A177-3AD203B41FA5}">
                      <a16:colId xmlns:a16="http://schemas.microsoft.com/office/drawing/2014/main" val="1909658308"/>
                    </a:ext>
                  </a:extLst>
                </a:gridCol>
                <a:gridCol w="734490">
                  <a:extLst>
                    <a:ext uri="{9D8B030D-6E8A-4147-A177-3AD203B41FA5}">
                      <a16:colId xmlns:a16="http://schemas.microsoft.com/office/drawing/2014/main" val="2806285869"/>
                    </a:ext>
                  </a:extLst>
                </a:gridCol>
              </a:tblGrid>
              <a:tr h="631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</a:rPr>
                        <a:t>Borough</a:t>
                      </a:r>
                    </a:p>
                  </a:txBody>
                  <a:tcPr marL="59434" marR="35021" marT="16981" marB="12735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</a:rPr>
                        <a:t>Typology</a:t>
                      </a:r>
                    </a:p>
                  </a:txBody>
                  <a:tcPr marL="59434" marR="35021" marT="16981" marB="12735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</a:rPr>
                        <a:t>Recommended Action</a:t>
                      </a:r>
                    </a:p>
                  </a:txBody>
                  <a:tcPr marL="59434" marR="35021" marT="16981" marB="12735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</a:rPr>
                        <a:t>Inequality</a:t>
                      </a:r>
                    </a:p>
                  </a:txBody>
                  <a:tcPr marL="59434" marR="35021" marT="16981" marB="12735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</a:rPr>
                        <a:t>Prevention</a:t>
                      </a:r>
                    </a:p>
                  </a:txBody>
                  <a:tcPr marL="59434" marR="35021" marT="16981" marB="12735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</a:rPr>
                        <a:t>Black Pop.</a:t>
                      </a:r>
                    </a:p>
                  </a:txBody>
                  <a:tcPr marL="59434" marR="35021" marT="16981" marB="12735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cap="none" spc="0">
                          <a:solidFill>
                            <a:schemeClr val="tx1"/>
                          </a:solidFill>
                        </a:rPr>
                        <a:t>Trend</a:t>
                      </a:r>
                    </a:p>
                  </a:txBody>
                  <a:tcPr marL="59434" marR="35021" marT="16981" marB="12735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272503"/>
                  </a:ext>
                </a:extLst>
              </a:tr>
              <a:tr h="51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Harrow</a:t>
                      </a:r>
                    </a:p>
                  </a:txBody>
                  <a:tcPr marL="59434" marR="35021" marT="16981" marB="12735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Emerging risk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Early intervention and monitoring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-0.20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0.28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0.07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↑ 0.81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111011"/>
                  </a:ext>
                </a:extLst>
              </a:tr>
              <a:tr h="51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Hammersmith &amp; Fulham</a:t>
                      </a:r>
                    </a:p>
                  </a:txBody>
                  <a:tcPr marL="59434" marR="35021" marT="16981" marB="12735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High priority: equity + prevention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Targeted outreach, VCSE partnership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0.13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0.12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↓ -0.95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200780"/>
                  </a:ext>
                </a:extLst>
              </a:tr>
              <a:tr h="51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Brent</a:t>
                      </a:r>
                    </a:p>
                  </a:txBody>
                  <a:tcPr marL="59434" marR="35021" marT="16981" marB="12735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High priority: equity + prevention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Targeted outreach, VCSE partnership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0.11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0.27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0.18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↓ -1.96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624318"/>
                  </a:ext>
                </a:extLst>
              </a:tr>
              <a:tr h="51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Ealing</a:t>
                      </a:r>
                    </a:p>
                  </a:txBody>
                  <a:tcPr marL="59434" marR="35021" marT="16981" marB="12735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High priority: equity + prevention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Targeted outreach, VCSE partnership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0.03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0.06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0.11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↓ -1.01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476335"/>
                  </a:ext>
                </a:extLst>
              </a:tr>
              <a:tr h="51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Westminster</a:t>
                      </a:r>
                    </a:p>
                  </a:txBody>
                  <a:tcPr marL="59434" marR="35021" marT="16981" marB="12735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High priority: outcomes/access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Improve access and pathways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-0.45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0.08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↓ -0.68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872061"/>
                  </a:ext>
                </a:extLst>
              </a:tr>
              <a:tr h="348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Hounslow</a:t>
                      </a:r>
                    </a:p>
                  </a:txBody>
                  <a:tcPr marL="59434" marR="35021" marT="16981" marB="12735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High priority: prevention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Strengthen early intervention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0.07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↓ -0.69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86246"/>
                  </a:ext>
                </a:extLst>
              </a:tr>
              <a:tr h="348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Hillingdon</a:t>
                      </a:r>
                    </a:p>
                  </a:txBody>
                  <a:tcPr marL="59434" marR="35021" marT="16981" marB="12735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Lower burden / monitor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Maintain performance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-0.03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-0.11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0.08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↓ -0.41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561359"/>
                  </a:ext>
                </a:extLst>
              </a:tr>
              <a:tr h="51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Kensington &amp; Chelsea</a:t>
                      </a:r>
                    </a:p>
                  </a:txBody>
                  <a:tcPr marL="59434" marR="35021" marT="16981" marB="12735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Lower burden / monitor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Maintain performance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-0.25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-0.36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0.08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↑ 0.06</a:t>
                      </a:r>
                    </a:p>
                  </a:txBody>
                  <a:tcPr marL="59434" marR="35021" marT="16981" marB="1273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4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85034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GB" sz="3500" dirty="0">
                <a:solidFill>
                  <a:srgbClr val="FFFFFF"/>
                </a:solidFill>
              </a:rPr>
              <a:t>What this means for action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7D23F4-91FD-6410-FBDC-FA308765EDA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70825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A1E2D9-1677-BD75-59CF-D172B80DC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300"/>
              <a:t>Structural Drivers of Determinant-Based Health Inequality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CAF9995-3CAD-E22A-717F-3A6179494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r>
              <a:rPr lang="en-GB" sz="2000" dirty="0"/>
              <a:t>Determinant-based inequality across NW London is strongly aligned with structural deprivation patterns.</a:t>
            </a:r>
            <a:endParaRPr lang="en-US" sz="19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3D40E1A-40CC-28E1-C200-904822ECE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" y="2489624"/>
            <a:ext cx="8188452" cy="3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212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5ED3C-A764-5CC3-4A5A-30DD1504D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46" y="324788"/>
            <a:ext cx="7549592" cy="1298448"/>
          </a:xfrm>
        </p:spPr>
        <p:txBody>
          <a:bodyPr anchor="b">
            <a:normAutofit/>
          </a:bodyPr>
          <a:lstStyle/>
          <a:p>
            <a:r>
              <a:rPr lang="en-GB" sz="3500" dirty="0"/>
              <a:t>Employment Deprivation Emerges as the Strongest Structural Driver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B4B44-C2FB-489D-6FC8-93CE3CE02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85" y="2599509"/>
            <a:ext cx="3163955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dirty="0"/>
              <a:t>Labour market disadvantage appears to be the primary driver of determinant-based inequality across NW London.</a:t>
            </a:r>
          </a:p>
          <a:p>
            <a:endParaRPr lang="en-GB" sz="2400" dirty="0"/>
          </a:p>
          <a:p>
            <a:endParaRPr lang="en-GB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6AA4F1-CA1D-80BA-A547-E48D91193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321" y="2599509"/>
            <a:ext cx="5400704" cy="403702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86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EC3367-29A1-50A5-B97E-760D7EBAE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900"/>
              <a:t>Income, Education, Housing deprivation and determinant-led inequality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C44CD-04A4-567E-0E84-8F84CD6D4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100" b="1" dirty="0"/>
              <a:t>Key Findings</a:t>
            </a:r>
          </a:p>
          <a:p>
            <a:r>
              <a:rPr lang="en-GB" sz="2100" dirty="0"/>
              <a:t>Income and education both show strong positive relationships with determinant inequality. </a:t>
            </a:r>
          </a:p>
          <a:p>
            <a:r>
              <a:rPr lang="en-GB" sz="2100" dirty="0"/>
              <a:t>Income acts as a reinforcing socioeconomic driver. </a:t>
            </a:r>
          </a:p>
          <a:p>
            <a:r>
              <a:rPr lang="en-GB" sz="2100" dirty="0"/>
              <a:t>Education appears to influence inequality over a longer-term horizon. </a:t>
            </a:r>
          </a:p>
          <a:p>
            <a:r>
              <a:rPr lang="en-GB" sz="2100" dirty="0"/>
              <a:t>Housing barriers showed moderate association</a:t>
            </a:r>
          </a:p>
        </p:txBody>
      </p:sp>
    </p:spTree>
    <p:extLst>
      <p:ext uri="{BB962C8B-B14F-4D97-AF65-F5344CB8AC3E}">
        <p14:creationId xmlns:p14="http://schemas.microsoft.com/office/powerpoint/2010/main" val="31720308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B3174B-8005-D8AA-28B7-272A154C8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373" y="314960"/>
            <a:ext cx="2791457" cy="2225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300" dirty="0"/>
              <a:t>Structural Factors Influence Determinants/Risk Conditions Before Outcomes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92A66-B9D2-BDDE-D98E-B879A1EBD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4268" y="162560"/>
            <a:ext cx="5420359" cy="2692400"/>
          </a:xfrm>
        </p:spPr>
        <p:txBody>
          <a:bodyPr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GB" sz="2000" b="1" dirty="0"/>
              <a:t>Key Findings</a:t>
            </a:r>
          </a:p>
          <a:p>
            <a:r>
              <a:rPr lang="en-GB" sz="2000" dirty="0"/>
              <a:t>Health deprivation aligns strongly with outcome inequality (r = 0.85). </a:t>
            </a:r>
          </a:p>
          <a:p>
            <a:r>
              <a:rPr lang="en-GB" sz="2000" dirty="0"/>
              <a:t>Employment deprivation shows a moderate relationship with outcome inequality (r = 0.60). </a:t>
            </a:r>
          </a:p>
          <a:p>
            <a:r>
              <a:rPr lang="en-GB" sz="2000" dirty="0"/>
              <a:t>Structural drivers influence determinant inequality more strongly than direct disease burden. </a:t>
            </a:r>
          </a:p>
          <a:p>
            <a:r>
              <a:rPr lang="en-GB" sz="2000" b="1" dirty="0"/>
              <a:t>Findings support a pathway from structural disadvantage → risk conditions → health outcomes. </a:t>
            </a:r>
          </a:p>
          <a:p>
            <a:endParaRPr lang="en-GB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130A83-2970-43C3-FF91-47AE94871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" y="3151995"/>
            <a:ext cx="8188452" cy="348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578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9B34FD-8F44-3FE6-39BB-365F47324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Structural Drivers Identified Across NW London</a:t>
            </a: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sX0" fmla="*/ 0 w 3429000"/>
              <a:gd name="csY0" fmla="*/ 0 h 18288"/>
              <a:gd name="csX1" fmla="*/ 685800 w 3429000"/>
              <a:gd name="csY1" fmla="*/ 0 h 18288"/>
              <a:gd name="csX2" fmla="*/ 1371600 w 3429000"/>
              <a:gd name="csY2" fmla="*/ 0 h 18288"/>
              <a:gd name="csX3" fmla="*/ 2057400 w 3429000"/>
              <a:gd name="csY3" fmla="*/ 0 h 18288"/>
              <a:gd name="csX4" fmla="*/ 2674620 w 3429000"/>
              <a:gd name="csY4" fmla="*/ 0 h 18288"/>
              <a:gd name="csX5" fmla="*/ 3429000 w 3429000"/>
              <a:gd name="csY5" fmla="*/ 0 h 18288"/>
              <a:gd name="csX6" fmla="*/ 3429000 w 3429000"/>
              <a:gd name="csY6" fmla="*/ 18288 h 18288"/>
              <a:gd name="csX7" fmla="*/ 2811780 w 3429000"/>
              <a:gd name="csY7" fmla="*/ 18288 h 18288"/>
              <a:gd name="csX8" fmla="*/ 2228850 w 3429000"/>
              <a:gd name="csY8" fmla="*/ 18288 h 18288"/>
              <a:gd name="csX9" fmla="*/ 1543050 w 3429000"/>
              <a:gd name="csY9" fmla="*/ 18288 h 18288"/>
              <a:gd name="csX10" fmla="*/ 925830 w 3429000"/>
              <a:gd name="csY10" fmla="*/ 18288 h 18288"/>
              <a:gd name="csX11" fmla="*/ 0 w 3429000"/>
              <a:gd name="csY11" fmla="*/ 18288 h 18288"/>
              <a:gd name="csX12" fmla="*/ 0 w 342900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5" name="Content Placeholder 3">
            <a:extLst>
              <a:ext uri="{FF2B5EF4-FFF2-40B4-BE49-F238E27FC236}">
                <a16:creationId xmlns:a16="http://schemas.microsoft.com/office/drawing/2014/main" id="{2CCF6571-712F-BDCC-CA21-39D46E8A91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5862233"/>
              </p:ext>
            </p:extLst>
          </p:nvPr>
        </p:nvGraphicFramePr>
        <p:xfrm>
          <a:off x="650240" y="1958848"/>
          <a:ext cx="8011151" cy="4481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663">
                  <a:extLst>
                    <a:ext uri="{9D8B030D-6E8A-4147-A177-3AD203B41FA5}">
                      <a16:colId xmlns:a16="http://schemas.microsoft.com/office/drawing/2014/main" val="1488559890"/>
                    </a:ext>
                  </a:extLst>
                </a:gridCol>
                <a:gridCol w="1975663">
                  <a:extLst>
                    <a:ext uri="{9D8B030D-6E8A-4147-A177-3AD203B41FA5}">
                      <a16:colId xmlns:a16="http://schemas.microsoft.com/office/drawing/2014/main" val="1981556004"/>
                    </a:ext>
                  </a:extLst>
                </a:gridCol>
                <a:gridCol w="1975663">
                  <a:extLst>
                    <a:ext uri="{9D8B030D-6E8A-4147-A177-3AD203B41FA5}">
                      <a16:colId xmlns:a16="http://schemas.microsoft.com/office/drawing/2014/main" val="1904049901"/>
                    </a:ext>
                  </a:extLst>
                </a:gridCol>
                <a:gridCol w="2084162">
                  <a:extLst>
                    <a:ext uri="{9D8B030D-6E8A-4147-A177-3AD203B41FA5}">
                      <a16:colId xmlns:a16="http://schemas.microsoft.com/office/drawing/2014/main" val="597468700"/>
                    </a:ext>
                  </a:extLst>
                </a:gridCol>
              </a:tblGrid>
              <a:tr h="700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Structural Driver</a:t>
                      </a:r>
                    </a:p>
                  </a:txBody>
                  <a:tcPr marL="77000" marR="77000" marT="38499" marB="384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Determinant Correlation</a:t>
                      </a:r>
                    </a:p>
                  </a:txBody>
                  <a:tcPr marL="77000" marR="77000" marT="38499" marB="384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Outcome Correlation</a:t>
                      </a:r>
                    </a:p>
                  </a:txBody>
                  <a:tcPr marL="77000" marR="77000" marT="38499" marB="384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Interpretation</a:t>
                      </a:r>
                    </a:p>
                  </a:txBody>
                  <a:tcPr marL="77000" marR="77000" marT="38499" marB="38499" anchor="ctr"/>
                </a:tc>
                <a:extLst>
                  <a:ext uri="{0D108BD9-81ED-4DB2-BD59-A6C34878D82A}">
                    <a16:rowId xmlns:a16="http://schemas.microsoft.com/office/drawing/2014/main" val="3189480032"/>
                  </a:ext>
                </a:extLst>
              </a:tr>
              <a:tr h="700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Employment</a:t>
                      </a:r>
                    </a:p>
                  </a:txBody>
                  <a:tcPr marL="77000" marR="77000" marT="38499" marB="384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0.76</a:t>
                      </a:r>
                    </a:p>
                  </a:txBody>
                  <a:tcPr marL="77000" marR="77000" marT="38499" marB="384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0.60</a:t>
                      </a:r>
                    </a:p>
                  </a:txBody>
                  <a:tcPr marL="77000" marR="77000" marT="38499" marB="384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Primary upstream driver </a:t>
                      </a:r>
                    </a:p>
                  </a:txBody>
                  <a:tcPr marL="77000" marR="77000" marT="38499" marB="38499" anchor="ctr"/>
                </a:tc>
                <a:extLst>
                  <a:ext uri="{0D108BD9-81ED-4DB2-BD59-A6C34878D82A}">
                    <a16:rowId xmlns:a16="http://schemas.microsoft.com/office/drawing/2014/main" val="596292539"/>
                  </a:ext>
                </a:extLst>
              </a:tr>
              <a:tr h="700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Education</a:t>
                      </a:r>
                    </a:p>
                  </a:txBody>
                  <a:tcPr marL="77000" marR="77000" marT="38499" marB="384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0.69</a:t>
                      </a:r>
                    </a:p>
                  </a:txBody>
                  <a:tcPr marL="77000" marR="77000" marT="38499" marB="384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0.21</a:t>
                      </a:r>
                    </a:p>
                  </a:txBody>
                  <a:tcPr marL="77000" marR="77000" marT="38499" marB="384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Long-term structural factor</a:t>
                      </a:r>
                    </a:p>
                  </a:txBody>
                  <a:tcPr marL="77000" marR="77000" marT="38499" marB="38499" anchor="ctr"/>
                </a:tc>
                <a:extLst>
                  <a:ext uri="{0D108BD9-81ED-4DB2-BD59-A6C34878D82A}">
                    <a16:rowId xmlns:a16="http://schemas.microsoft.com/office/drawing/2014/main" val="3483485978"/>
                  </a:ext>
                </a:extLst>
              </a:tr>
              <a:tr h="980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Income</a:t>
                      </a:r>
                    </a:p>
                  </a:txBody>
                  <a:tcPr marL="77000" marR="77000" marT="38499" marB="384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0.68</a:t>
                      </a:r>
                    </a:p>
                  </a:txBody>
                  <a:tcPr marL="77000" marR="77000" marT="38499" marB="384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0.41</a:t>
                      </a:r>
                    </a:p>
                  </a:txBody>
                  <a:tcPr marL="77000" marR="77000" marT="38499" marB="384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Supporting socioeconomic driver</a:t>
                      </a:r>
                    </a:p>
                  </a:txBody>
                  <a:tcPr marL="77000" marR="77000" marT="38499" marB="38499" anchor="ctr"/>
                </a:tc>
                <a:extLst>
                  <a:ext uri="{0D108BD9-81ED-4DB2-BD59-A6C34878D82A}">
                    <a16:rowId xmlns:a16="http://schemas.microsoft.com/office/drawing/2014/main" val="201713036"/>
                  </a:ext>
                </a:extLst>
              </a:tr>
              <a:tr h="700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Housing barriers</a:t>
                      </a:r>
                    </a:p>
                  </a:txBody>
                  <a:tcPr marL="77000" marR="77000" marT="38499" marB="384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0.66</a:t>
                      </a:r>
                    </a:p>
                  </a:txBody>
                  <a:tcPr marL="77000" marR="77000" marT="38499" marB="384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0.28</a:t>
                      </a:r>
                    </a:p>
                  </a:txBody>
                  <a:tcPr marL="77000" marR="77000" marT="38499" marB="384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Secondary structural factor</a:t>
                      </a:r>
                    </a:p>
                  </a:txBody>
                  <a:tcPr marL="77000" marR="77000" marT="38499" marB="38499" anchor="ctr"/>
                </a:tc>
                <a:extLst>
                  <a:ext uri="{0D108BD9-81ED-4DB2-BD59-A6C34878D82A}">
                    <a16:rowId xmlns:a16="http://schemas.microsoft.com/office/drawing/2014/main" val="2618935029"/>
                  </a:ext>
                </a:extLst>
              </a:tr>
              <a:tr h="700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Health deprivation</a:t>
                      </a:r>
                    </a:p>
                  </a:txBody>
                  <a:tcPr marL="77000" marR="77000" marT="38499" marB="384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0.56</a:t>
                      </a:r>
                    </a:p>
                  </a:txBody>
                  <a:tcPr marL="77000" marR="77000" marT="38499" marB="384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0.85</a:t>
                      </a:r>
                    </a:p>
                  </a:txBody>
                  <a:tcPr marL="77000" marR="77000" marT="38499" marB="384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Strongly aligned with outcomes</a:t>
                      </a:r>
                    </a:p>
                  </a:txBody>
                  <a:tcPr marL="77000" marR="77000" marT="38499" marB="38499" anchor="ctr"/>
                </a:tc>
                <a:extLst>
                  <a:ext uri="{0D108BD9-81ED-4DB2-BD59-A6C34878D82A}">
                    <a16:rowId xmlns:a16="http://schemas.microsoft.com/office/drawing/2014/main" val="1173014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01151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E91771-B1ED-C6DF-4559-B4266E8E1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1344"/>
            <a:ext cx="2915425" cy="502339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400" dirty="0">
                <a:solidFill>
                  <a:srgbClr val="FFFFFF"/>
                </a:solidFill>
              </a:rPr>
              <a:t>Reducing long-term health inequality requires earlier intervention at the structural and determinant level, before inequalities translate into higher disease burden.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08393-9CDA-A88D-DEF7-2AC57E63C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2700" b="1" dirty="0"/>
              <a:t>Upstream Prevention Priorities</a:t>
            </a:r>
          </a:p>
          <a:p>
            <a:pPr>
              <a:lnSpc>
                <a:spcPct val="90000"/>
              </a:lnSpc>
            </a:pPr>
            <a:r>
              <a:rPr lang="en-GB" sz="2700" dirty="0"/>
              <a:t>Employment support initiatives </a:t>
            </a:r>
          </a:p>
          <a:p>
            <a:pPr>
              <a:lnSpc>
                <a:spcPct val="90000"/>
              </a:lnSpc>
            </a:pPr>
            <a:r>
              <a:rPr lang="en-GB" sz="2700" dirty="0"/>
              <a:t>Financial resilience programmes </a:t>
            </a:r>
          </a:p>
          <a:p>
            <a:pPr>
              <a:lnSpc>
                <a:spcPct val="90000"/>
              </a:lnSpc>
            </a:pPr>
            <a:r>
              <a:rPr lang="en-GB" sz="2700" dirty="0"/>
              <a:t>Skills and education pathways </a:t>
            </a:r>
          </a:p>
          <a:p>
            <a:pPr>
              <a:lnSpc>
                <a:spcPct val="90000"/>
              </a:lnSpc>
            </a:pPr>
            <a:r>
              <a:rPr lang="en-GB" sz="2700" dirty="0"/>
              <a:t>Housing and access support</a:t>
            </a:r>
          </a:p>
          <a:p>
            <a:pPr marL="0" indent="0">
              <a:lnSpc>
                <a:spcPct val="90000"/>
              </a:lnSpc>
              <a:buNone/>
            </a:pPr>
            <a:endParaRPr lang="en-GB" sz="27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2700" b="1" dirty="0"/>
              <a:t>Determinant-Focused Intervention Priorities</a:t>
            </a:r>
          </a:p>
          <a:p>
            <a:pPr>
              <a:lnSpc>
                <a:spcPct val="90000"/>
              </a:lnSpc>
            </a:pPr>
            <a:r>
              <a:rPr lang="en-GB" sz="2700" dirty="0"/>
              <a:t>Smoking/alcoholism reduction </a:t>
            </a:r>
          </a:p>
          <a:p>
            <a:pPr>
              <a:lnSpc>
                <a:spcPct val="90000"/>
              </a:lnSpc>
            </a:pPr>
            <a:r>
              <a:rPr lang="en-GB" sz="2700" dirty="0"/>
              <a:t>Obesity prevention </a:t>
            </a:r>
          </a:p>
          <a:p>
            <a:pPr>
              <a:lnSpc>
                <a:spcPct val="90000"/>
              </a:lnSpc>
            </a:pPr>
            <a:r>
              <a:rPr lang="en-GB" sz="2700" dirty="0"/>
              <a:t>Mental health support </a:t>
            </a:r>
          </a:p>
          <a:p>
            <a:pPr>
              <a:lnSpc>
                <a:spcPct val="90000"/>
              </a:lnSpc>
            </a:pPr>
            <a:r>
              <a:rPr lang="en-GB" sz="2700" dirty="0"/>
              <a:t>Earlier preventive engagement </a:t>
            </a:r>
          </a:p>
          <a:p>
            <a:pPr>
              <a:lnSpc>
                <a:spcPct val="90000"/>
              </a:lnSpc>
            </a:pPr>
            <a:r>
              <a:rPr lang="en-GB" sz="2700" dirty="0"/>
              <a:t>Targeted community outreach</a:t>
            </a:r>
          </a:p>
          <a:p>
            <a:pPr>
              <a:lnSpc>
                <a:spcPct val="90000"/>
              </a:lnSpc>
            </a:pPr>
            <a:endParaRPr lang="en-GB" sz="2700" dirty="0"/>
          </a:p>
        </p:txBody>
      </p:sp>
    </p:spTree>
    <p:extLst>
      <p:ext uri="{BB962C8B-B14F-4D97-AF65-F5344CB8AC3E}">
        <p14:creationId xmlns:p14="http://schemas.microsoft.com/office/powerpoint/2010/main" val="42267503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C98BE-4E3F-547B-F88E-748156BD9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945" y="590062"/>
            <a:ext cx="4057242" cy="28389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9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NEXT…</a:t>
            </a:r>
          </a:p>
        </p:txBody>
      </p:sp>
      <p:sp>
        <p:nvSpPr>
          <p:cNvPr id="28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3201" y="2744546"/>
            <a:ext cx="104279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2285" y="29738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2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1546" y="3198265"/>
            <a:ext cx="95785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75946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9861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BD042-5ADD-210B-0181-3F031BE9F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000" b="1" dirty="0">
                <a:solidFill>
                  <a:srgbClr val="FFFFFF"/>
                </a:solidFill>
              </a:rPr>
              <a:t>Strengthening the Evidence Base (Data Gaps)</a:t>
            </a:r>
            <a:br>
              <a:rPr lang="en-GB" sz="4000" dirty="0">
                <a:solidFill>
                  <a:srgbClr val="FFFFFF"/>
                </a:solidFill>
              </a:rPr>
            </a:br>
            <a:endParaRPr lang="en-GB" sz="4000" dirty="0">
              <a:solidFill>
                <a:srgbClr val="FFFFFF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16BE1-0851-32F3-F37D-EB1C869FC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700" b="1">
                <a:solidFill>
                  <a:schemeClr val="tx1">
                    <a:alpha val="80000"/>
                  </a:schemeClr>
                </a:solidFill>
              </a:rPr>
              <a:t>To move from indicative patterns to direct, actionable evidence, the following data are critical:</a:t>
            </a:r>
          </a:p>
          <a:p>
            <a:pPr marL="0" indent="0">
              <a:buNone/>
            </a:pP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</a:rPr>
              <a:t>•	Local health outcomes by ethnicity (borough or below)</a:t>
            </a:r>
          </a:p>
          <a:p>
            <a:pPr marL="0" indent="0">
              <a:buNone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</a:rPr>
              <a:t>(e.g. maternity outcomes, long-term conditions, mental health)</a:t>
            </a:r>
          </a:p>
          <a:p>
            <a:pPr marL="0" indent="0">
              <a:buNone/>
            </a:pP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</a:rPr>
              <a:t>•	Access and experience by ethnicity</a:t>
            </a:r>
          </a:p>
          <a:p>
            <a:pPr marL="0" indent="0">
              <a:buNone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</a:rPr>
              <a:t>(e.g. GP access, waiting times, patient experience)</a:t>
            </a:r>
          </a:p>
          <a:p>
            <a:pPr marL="0" indent="0">
              <a:buNone/>
            </a:pPr>
            <a:endParaRPr lang="en-GB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</a:rPr>
              <a:t>•	Preventive care uptake by ethnicity</a:t>
            </a:r>
          </a:p>
          <a:p>
            <a:pPr marL="0" indent="0">
              <a:buNone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</a:rPr>
              <a:t>(e.g. screening, vaccinations, antenatal booking)</a:t>
            </a:r>
          </a:p>
          <a:p>
            <a:endParaRPr lang="en-GB" sz="17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5127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B02036-E50B-50C2-7244-8FF3C04D0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br>
              <a:rPr lang="en-GB" sz="4900" dirty="0">
                <a:solidFill>
                  <a:srgbClr val="FFFFFF"/>
                </a:solidFill>
              </a:rPr>
            </a:br>
            <a:r>
              <a:rPr lang="en-GB" sz="4900" b="1" dirty="0">
                <a:solidFill>
                  <a:srgbClr val="FFFFFF"/>
                </a:solidFill>
              </a:rPr>
              <a:t>Additional high-value data</a:t>
            </a:r>
            <a:br>
              <a:rPr lang="en-GB" sz="4900" dirty="0">
                <a:solidFill>
                  <a:srgbClr val="FFFFFF"/>
                </a:solidFill>
              </a:rPr>
            </a:br>
            <a:endParaRPr lang="en-GB" sz="4900" dirty="0">
              <a:solidFill>
                <a:srgbClr val="FFFFFF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C2FB1-7112-CD1D-A681-B06B95479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>
                    <a:alpha val="80000"/>
                  </a:schemeClr>
                </a:solidFill>
              </a:rPr>
              <a:t>Ethnicity × deprivation (IMD linkage)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600">
                <a:solidFill>
                  <a:schemeClr val="tx1">
                    <a:alpha val="80000"/>
                  </a:schemeClr>
                </a:solidFill>
              </a:rPr>
              <a:t>→ to understand structural inequality intersections</a:t>
            </a:r>
          </a:p>
          <a:p>
            <a:pPr marL="0" indent="0">
              <a:lnSpc>
                <a:spcPct val="90000"/>
              </a:lnSpc>
              <a:buNone/>
            </a:pPr>
            <a:endParaRPr lang="en-GB" sz="160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>
                    <a:alpha val="80000"/>
                  </a:schemeClr>
                </a:solidFill>
              </a:rPr>
              <a:t>Secondary care utilisation by ethnicity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600">
                <a:solidFill>
                  <a:schemeClr val="tx1">
                    <a:alpha val="80000"/>
                  </a:schemeClr>
                </a:solidFill>
              </a:rPr>
              <a:t>→ to link access, pathways, and outcomes</a:t>
            </a:r>
          </a:p>
          <a:p>
            <a:pPr marL="0" indent="0">
              <a:lnSpc>
                <a:spcPct val="90000"/>
              </a:lnSpc>
              <a:buNone/>
            </a:pPr>
            <a:endParaRPr lang="en-GB" sz="160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>
                    <a:alpha val="80000"/>
                  </a:schemeClr>
                </a:solidFill>
              </a:rPr>
              <a:t>VCSE service mapping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600">
                <a:solidFill>
                  <a:schemeClr val="tx1">
                    <a:alpha val="80000"/>
                  </a:schemeClr>
                </a:solidFill>
              </a:rPr>
              <a:t>→ to align inequalities with existing interventions</a:t>
            </a:r>
          </a:p>
          <a:p>
            <a:pPr marL="0" indent="0">
              <a:lnSpc>
                <a:spcPct val="90000"/>
              </a:lnSpc>
              <a:buNone/>
            </a:pPr>
            <a:endParaRPr lang="en-GB" sz="160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>
                    <a:alpha val="80000"/>
                  </a:schemeClr>
                </a:solidFill>
              </a:rPr>
              <a:t>Neighbourhood-level data (MSOA/LSOA)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600">
                <a:solidFill>
                  <a:schemeClr val="tx1">
                    <a:alpha val="80000"/>
                  </a:schemeClr>
                </a:solidFill>
              </a:rPr>
              <a:t>→ to identify hidden pockets of inequality</a:t>
            </a:r>
          </a:p>
          <a:p>
            <a:pPr marL="0" indent="0">
              <a:lnSpc>
                <a:spcPct val="90000"/>
              </a:lnSpc>
              <a:buNone/>
            </a:pPr>
            <a:endParaRPr lang="en-GB" sz="160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GB" sz="1600">
                <a:solidFill>
                  <a:schemeClr val="tx1">
                    <a:alpha val="80000"/>
                  </a:schemeClr>
                </a:solidFill>
              </a:rPr>
              <a:t>Time trends by ethnicity (local)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600">
                <a:solidFill>
                  <a:schemeClr val="tx1">
                    <a:alpha val="80000"/>
                  </a:schemeClr>
                </a:solidFill>
              </a:rPr>
              <a:t>→ to assess whether inequalities are widening or improving</a:t>
            </a:r>
          </a:p>
          <a:p>
            <a:pPr>
              <a:lnSpc>
                <a:spcPct val="90000"/>
              </a:lnSpc>
            </a:pPr>
            <a:endParaRPr lang="en-GB" sz="16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909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2892</Words>
  <Application>Microsoft Office PowerPoint</Application>
  <PresentationFormat>On-screen Show (4:3)</PresentationFormat>
  <Paragraphs>592</Paragraphs>
  <Slides>30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Arial</vt:lpstr>
      <vt:lpstr>Calibri</vt:lpstr>
      <vt:lpstr>Consolas</vt:lpstr>
      <vt:lpstr>Office Theme</vt:lpstr>
      <vt:lpstr>North West London Health Inequalities</vt:lpstr>
      <vt:lpstr>Purpose of the analysis</vt:lpstr>
      <vt:lpstr>Headline</vt:lpstr>
      <vt:lpstr>Where inequality is highest</vt:lpstr>
      <vt:lpstr>Health inequality score by Borough </vt:lpstr>
      <vt:lpstr>What drives inequality</vt:lpstr>
      <vt:lpstr>LIST OF OUTCOMES </vt:lpstr>
      <vt:lpstr>LIST OF DETERMINENTS</vt:lpstr>
      <vt:lpstr>Health outcomes vs. structural determinents </vt:lpstr>
      <vt:lpstr>Drivers of inequality: top priority boroughs</vt:lpstr>
      <vt:lpstr>Ethnicity insight</vt:lpstr>
      <vt:lpstr>Health inequality vs Black Population share </vt:lpstr>
      <vt:lpstr>Preventive care</vt:lpstr>
      <vt:lpstr>Preventive care vs Overall inequality</vt:lpstr>
      <vt:lpstr>Preventive Care vs Black Population Share </vt:lpstr>
      <vt:lpstr>Trends over time</vt:lpstr>
      <vt:lpstr>Inequality trends by Borough</vt:lpstr>
      <vt:lpstr>Borough prioritisation</vt:lpstr>
      <vt:lpstr>Borough typology ranking </vt:lpstr>
      <vt:lpstr>Borough Prioritisation Summary </vt:lpstr>
      <vt:lpstr>What this means for action</vt:lpstr>
      <vt:lpstr>Structural Drivers of Determinant-Based Health Inequality</vt:lpstr>
      <vt:lpstr>Employment Deprivation Emerges as the Strongest Structural Driver</vt:lpstr>
      <vt:lpstr>Income, Education, Housing deprivation and determinant-led inequality</vt:lpstr>
      <vt:lpstr>Structural Factors Influence Determinants/Risk Conditions Before Outcomes</vt:lpstr>
      <vt:lpstr>Key Structural Drivers Identified Across NW London</vt:lpstr>
      <vt:lpstr>Reducing long-term health inequality requires earlier intervention at the structural and determinant level, before inequalities translate into higher disease burden.</vt:lpstr>
      <vt:lpstr>NEXT…</vt:lpstr>
      <vt:lpstr>Strengthening the Evidence Base (Data Gaps) </vt:lpstr>
      <vt:lpstr> Additional high-value data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Olena Manziuk</dc:creator>
  <cp:keywords/>
  <dc:description>generated using python-pptx</dc:description>
  <cp:lastModifiedBy>Olena Manziuk</cp:lastModifiedBy>
  <cp:revision>1</cp:revision>
  <dcterms:created xsi:type="dcterms:W3CDTF">2013-01-27T09:14:16Z</dcterms:created>
  <dcterms:modified xsi:type="dcterms:W3CDTF">2026-05-09T13:47:23Z</dcterms:modified>
  <cp:category/>
</cp:coreProperties>
</file>